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5"/>
  </p:notesMasterIdLst>
  <p:sldIdLst>
    <p:sldId id="256" r:id="rId2"/>
    <p:sldId id="257" r:id="rId3"/>
    <p:sldId id="258" r:id="rId4"/>
    <p:sldId id="260" r:id="rId5"/>
    <p:sldId id="261" r:id="rId6"/>
    <p:sldId id="278" r:id="rId7"/>
    <p:sldId id="266" r:id="rId8"/>
    <p:sldId id="268" r:id="rId9"/>
    <p:sldId id="283" r:id="rId10"/>
    <p:sldId id="282" r:id="rId11"/>
    <p:sldId id="275" r:id="rId12"/>
    <p:sldId id="281" r:id="rId13"/>
    <p:sldId id="276" r:id="rId14"/>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30C4A3-E6F7-4730-A13D-A38DD671CDC4}" type="datetimeFigureOut">
              <a:rPr lang="en-IN" smtClean="0"/>
              <a:t>03-06-2026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363518-49CD-4027-8663-8EAA238F966E}" type="slidenum">
              <a:rPr lang="en-IN" smtClean="0"/>
              <a:t>‹#›</a:t>
            </a:fld>
            <a:endParaRPr lang="en-IN"/>
          </a:p>
        </p:txBody>
      </p:sp>
    </p:spTree>
    <p:extLst>
      <p:ext uri="{BB962C8B-B14F-4D97-AF65-F5344CB8AC3E}">
        <p14:creationId xmlns:p14="http://schemas.microsoft.com/office/powerpoint/2010/main" val="2781129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504CF1FB-4DEE-4F62-9617-FD27B1C24529}"/>
              </a:ext>
            </a:extLst>
          </p:cNvPr>
          <p:cNvSpPr/>
          <p:nvPr userDrawn="1"/>
        </p:nvSpPr>
        <p:spPr>
          <a:xfrm>
            <a:off x="-1" y="6782413"/>
            <a:ext cx="9474201" cy="92222"/>
          </a:xfrm>
          <a:prstGeom prst="rect">
            <a:avLst/>
          </a:prstGeom>
          <a:solidFill>
            <a:srgbClr val="F382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itle 1">
            <a:extLst>
              <a:ext uri="{FF2B5EF4-FFF2-40B4-BE49-F238E27FC236}">
                <a16:creationId xmlns:a16="http://schemas.microsoft.com/office/drawing/2014/main" id="{8EC5D259-79CA-46AF-8EC7-393D34B6B418}"/>
              </a:ext>
            </a:extLst>
          </p:cNvPr>
          <p:cNvSpPr>
            <a:spLocks noGrp="1"/>
          </p:cNvSpPr>
          <p:nvPr>
            <p:ph type="ctrTitle" hasCustomPrompt="1"/>
          </p:nvPr>
        </p:nvSpPr>
        <p:spPr>
          <a:xfrm>
            <a:off x="773350" y="1191977"/>
            <a:ext cx="8143797" cy="575959"/>
          </a:xfrm>
        </p:spPr>
        <p:txBody>
          <a:bodyPr anchor="b">
            <a:noAutofit/>
          </a:bodyPr>
          <a:lstStyle>
            <a:lvl1pPr algn="l">
              <a:defRPr sz="3200" b="1">
                <a:solidFill>
                  <a:srgbClr val="000B5D"/>
                </a:solidFill>
                <a:latin typeface="Trebuchet MS" panose="020B0603020202020204" pitchFamily="34" charset="0"/>
              </a:defRPr>
            </a:lvl1pPr>
          </a:lstStyle>
          <a:p>
            <a:r>
              <a:rPr lang="en-US" dirty="0"/>
              <a:t>Click to add Master title style</a:t>
            </a:r>
            <a:endParaRPr lang="en-IN" dirty="0"/>
          </a:p>
        </p:txBody>
      </p:sp>
      <p:cxnSp>
        <p:nvCxnSpPr>
          <p:cNvPr id="19" name="Straight Connector 18"/>
          <p:cNvCxnSpPr/>
          <p:nvPr userDrawn="1"/>
        </p:nvCxnSpPr>
        <p:spPr>
          <a:xfrm>
            <a:off x="0" y="5936182"/>
            <a:ext cx="12192000" cy="0"/>
          </a:xfrm>
          <a:prstGeom prst="line">
            <a:avLst/>
          </a:prstGeom>
          <a:ln w="28575">
            <a:solidFill>
              <a:srgbClr val="A9AAAE"/>
            </a:solidFill>
          </a:ln>
        </p:spPr>
        <p:style>
          <a:lnRef idx="1">
            <a:schemeClr val="accent1"/>
          </a:lnRef>
          <a:fillRef idx="0">
            <a:schemeClr val="accent1"/>
          </a:fillRef>
          <a:effectRef idx="0">
            <a:schemeClr val="accent1"/>
          </a:effectRef>
          <a:fontRef idx="minor">
            <a:schemeClr val="tx1"/>
          </a:fontRef>
        </p:style>
      </p:cxnSp>
      <p:sp>
        <p:nvSpPr>
          <p:cNvPr id="36" name="Subtitle 2"/>
          <p:cNvSpPr txBox="1">
            <a:spLocks/>
          </p:cNvSpPr>
          <p:nvPr userDrawn="1"/>
        </p:nvSpPr>
        <p:spPr>
          <a:xfrm>
            <a:off x="4093030" y="4962228"/>
            <a:ext cx="6332680" cy="6771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200" b="1" dirty="0">
                <a:solidFill>
                  <a:schemeClr val="bg1"/>
                </a:solidFill>
              </a:rPr>
              <a:t>K.S.RANGASAMY</a:t>
            </a:r>
            <a:r>
              <a:rPr lang="en-US" sz="2200" b="1" baseline="0" dirty="0">
                <a:solidFill>
                  <a:schemeClr val="bg1"/>
                </a:solidFill>
              </a:rPr>
              <a:t> COLLEGE OF TECHNOLOGY </a:t>
            </a:r>
          </a:p>
          <a:p>
            <a:r>
              <a:rPr lang="en-US" sz="1800" b="1" baseline="0" dirty="0">
                <a:solidFill>
                  <a:schemeClr val="bg1"/>
                </a:solidFill>
              </a:rPr>
              <a:t>(Autonomous)</a:t>
            </a:r>
            <a:endParaRPr lang="en-IN" sz="1800" b="1" dirty="0">
              <a:solidFill>
                <a:schemeClr val="bg1"/>
              </a:solidFill>
            </a:endParaRPr>
          </a:p>
        </p:txBody>
      </p:sp>
      <p:sp>
        <p:nvSpPr>
          <p:cNvPr id="25" name="Subtitle 2">
            <a:extLst>
              <a:ext uri="{FF2B5EF4-FFF2-40B4-BE49-F238E27FC236}">
                <a16:creationId xmlns:a16="http://schemas.microsoft.com/office/drawing/2014/main" id="{40C63165-A391-4393-985D-7696AE760510}"/>
              </a:ext>
            </a:extLst>
          </p:cNvPr>
          <p:cNvSpPr txBox="1">
            <a:spLocks/>
          </p:cNvSpPr>
          <p:nvPr userDrawn="1"/>
        </p:nvSpPr>
        <p:spPr>
          <a:xfrm>
            <a:off x="4093030" y="6251947"/>
            <a:ext cx="1813963" cy="33661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b="0" dirty="0">
                <a:solidFill>
                  <a:schemeClr val="bg1"/>
                </a:solidFill>
              </a:rPr>
              <a:t>www.ksrct.ac.in</a:t>
            </a:r>
            <a:endParaRPr lang="en-IN" sz="1600" b="0" dirty="0">
              <a:solidFill>
                <a:schemeClr val="bg1"/>
              </a:solidFill>
            </a:endParaRPr>
          </a:p>
        </p:txBody>
      </p:sp>
      <p:sp>
        <p:nvSpPr>
          <p:cNvPr id="15" name="Rectangle 14">
            <a:extLst>
              <a:ext uri="{FF2B5EF4-FFF2-40B4-BE49-F238E27FC236}">
                <a16:creationId xmlns:a16="http://schemas.microsoft.com/office/drawing/2014/main" id="{C27E51A7-A4B6-4A3C-906D-6FB9399730FF}"/>
              </a:ext>
            </a:extLst>
          </p:cNvPr>
          <p:cNvSpPr/>
          <p:nvPr userDrawn="1"/>
        </p:nvSpPr>
        <p:spPr>
          <a:xfrm>
            <a:off x="9474201" y="0"/>
            <a:ext cx="2717800" cy="6858000"/>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D43C49E6-4F34-4172-8C76-11DA24DEF408}"/>
              </a:ext>
            </a:extLst>
          </p:cNvPr>
          <p:cNvSpPr>
            <a:spLocks noChangeAspect="1"/>
          </p:cNvSpPr>
          <p:nvPr userDrawn="1"/>
        </p:nvSpPr>
        <p:spPr>
          <a:xfrm>
            <a:off x="8430612" y="2385911"/>
            <a:ext cx="2086179" cy="2086179"/>
          </a:xfrm>
          <a:prstGeom prst="ellipse">
            <a:avLst/>
          </a:prstGeom>
          <a:solidFill>
            <a:schemeClr val="bg1"/>
          </a:solidFill>
          <a:ln w="28575">
            <a:solidFill>
              <a:srgbClr val="F382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356F116E-5D05-462E-A9C8-9992B70868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6756" r="26334" b="50687"/>
          <a:stretch/>
        </p:blipFill>
        <p:spPr>
          <a:xfrm>
            <a:off x="8616099" y="2643517"/>
            <a:ext cx="1744539" cy="1570967"/>
          </a:xfrm>
          <a:prstGeom prst="rect">
            <a:avLst/>
          </a:prstGeom>
        </p:spPr>
      </p:pic>
      <p:sp>
        <p:nvSpPr>
          <p:cNvPr id="17" name="Subtitle 2">
            <a:extLst>
              <a:ext uri="{FF2B5EF4-FFF2-40B4-BE49-F238E27FC236}">
                <a16:creationId xmlns:a16="http://schemas.microsoft.com/office/drawing/2014/main" id="{3B4A3536-71CD-4F93-91E3-12467C39525D}"/>
              </a:ext>
            </a:extLst>
          </p:cNvPr>
          <p:cNvSpPr txBox="1">
            <a:spLocks/>
          </p:cNvSpPr>
          <p:nvPr userDrawn="1"/>
        </p:nvSpPr>
        <p:spPr>
          <a:xfrm>
            <a:off x="573406" y="6204556"/>
            <a:ext cx="2197709" cy="34629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dirty="0">
                <a:solidFill>
                  <a:srgbClr val="1C2A5F"/>
                </a:solidFill>
              </a:rPr>
              <a:t>www.ksrct.ac.in</a:t>
            </a:r>
            <a:endParaRPr lang="en-IN" sz="2000" b="1" dirty="0">
              <a:solidFill>
                <a:srgbClr val="1C2A5F"/>
              </a:solidFill>
            </a:endParaRPr>
          </a:p>
        </p:txBody>
      </p:sp>
      <p:sp>
        <p:nvSpPr>
          <p:cNvPr id="20" name="Subtitle 2">
            <a:extLst>
              <a:ext uri="{FF2B5EF4-FFF2-40B4-BE49-F238E27FC236}">
                <a16:creationId xmlns:a16="http://schemas.microsoft.com/office/drawing/2014/main" id="{D021A7B8-5FA3-4F5E-87B4-122CFDC24F92}"/>
              </a:ext>
            </a:extLst>
          </p:cNvPr>
          <p:cNvSpPr txBox="1">
            <a:spLocks/>
          </p:cNvSpPr>
          <p:nvPr userDrawn="1"/>
        </p:nvSpPr>
        <p:spPr>
          <a:xfrm>
            <a:off x="431599" y="4595242"/>
            <a:ext cx="7726882" cy="83159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b="1" dirty="0">
                <a:solidFill>
                  <a:srgbClr val="1C2A5F"/>
                </a:solidFill>
              </a:rPr>
              <a:t>K.S.RANGASAMY</a:t>
            </a:r>
            <a:r>
              <a:rPr lang="en-US" sz="2400" b="1" baseline="0" dirty="0">
                <a:solidFill>
                  <a:srgbClr val="1C2A5F"/>
                </a:solidFill>
              </a:rPr>
              <a:t> COLLEGE OF TECHNOLOGY </a:t>
            </a:r>
          </a:p>
          <a:p>
            <a:r>
              <a:rPr lang="en-US" sz="1800" b="1" baseline="0" dirty="0">
                <a:solidFill>
                  <a:schemeClr val="tx1">
                    <a:lumMod val="75000"/>
                    <a:lumOff val="25000"/>
                  </a:schemeClr>
                </a:solidFill>
              </a:rPr>
              <a:t>(Autonomous)</a:t>
            </a:r>
            <a:endParaRPr lang="en-IN" sz="1800" b="1" dirty="0">
              <a:solidFill>
                <a:schemeClr val="tx1">
                  <a:lumMod val="75000"/>
                  <a:lumOff val="25000"/>
                </a:schemeClr>
              </a:solidFill>
            </a:endParaRPr>
          </a:p>
        </p:txBody>
      </p:sp>
      <p:pic>
        <p:nvPicPr>
          <p:cNvPr id="23" name="Picture 22">
            <a:extLst>
              <a:ext uri="{FF2B5EF4-FFF2-40B4-BE49-F238E27FC236}">
                <a16:creationId xmlns:a16="http://schemas.microsoft.com/office/drawing/2014/main" id="{58EF89A7-2EC3-4C2F-8CD5-38EBD9C9E7A7}"/>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t="52593"/>
          <a:stretch/>
        </p:blipFill>
        <p:spPr>
          <a:xfrm rot="5400000">
            <a:off x="10701751" y="908991"/>
            <a:ext cx="401380" cy="771301"/>
          </a:xfrm>
          <a:prstGeom prst="rect">
            <a:avLst/>
          </a:prstGeom>
        </p:spPr>
      </p:pic>
      <p:pic>
        <p:nvPicPr>
          <p:cNvPr id="24" name="Picture 23">
            <a:extLst>
              <a:ext uri="{FF2B5EF4-FFF2-40B4-BE49-F238E27FC236}">
                <a16:creationId xmlns:a16="http://schemas.microsoft.com/office/drawing/2014/main" id="{98697074-93F8-40F8-8E14-4CE66307DCE8}"/>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21036" y="5731534"/>
            <a:ext cx="1624130" cy="331845"/>
          </a:xfrm>
          <a:prstGeom prst="rect">
            <a:avLst/>
          </a:prstGeom>
        </p:spPr>
      </p:pic>
      <p:sp>
        <p:nvSpPr>
          <p:cNvPr id="27" name="Rounded Rectangle 21">
            <a:extLst>
              <a:ext uri="{FF2B5EF4-FFF2-40B4-BE49-F238E27FC236}">
                <a16:creationId xmlns:a16="http://schemas.microsoft.com/office/drawing/2014/main" id="{66B86EF8-DB93-4781-B3FA-DD81D492F90C}"/>
              </a:ext>
            </a:extLst>
          </p:cNvPr>
          <p:cNvSpPr/>
          <p:nvPr userDrawn="1"/>
        </p:nvSpPr>
        <p:spPr>
          <a:xfrm>
            <a:off x="454594" y="6164905"/>
            <a:ext cx="64800" cy="406800"/>
          </a:xfrm>
          <a:prstGeom prst="roundRect">
            <a:avLst/>
          </a:prstGeom>
          <a:solidFill>
            <a:srgbClr val="A9AA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 Placeholder 33">
            <a:extLst>
              <a:ext uri="{FF2B5EF4-FFF2-40B4-BE49-F238E27FC236}">
                <a16:creationId xmlns:a16="http://schemas.microsoft.com/office/drawing/2014/main" id="{8DDD73EE-23E8-462A-BC92-730C6313E420}"/>
              </a:ext>
            </a:extLst>
          </p:cNvPr>
          <p:cNvSpPr>
            <a:spLocks noGrp="1"/>
          </p:cNvSpPr>
          <p:nvPr>
            <p:ph type="body" sz="quarter" idx="15" hasCustomPrompt="1"/>
          </p:nvPr>
        </p:nvSpPr>
        <p:spPr>
          <a:xfrm>
            <a:off x="6647267" y="6190305"/>
            <a:ext cx="2305140" cy="401317"/>
          </a:xfrm>
        </p:spPr>
        <p:txBody>
          <a:bodyPr>
            <a:normAutofit/>
          </a:bodyPr>
          <a:lstStyle>
            <a:lvl1pPr marL="0" indent="0">
              <a:buNone/>
              <a:defRPr sz="1800" baseline="0">
                <a:latin typeface="Trebuchet MS" panose="020B0603020202020204" pitchFamily="34" charset="0"/>
              </a:defRPr>
            </a:lvl1pPr>
          </a:lstStyle>
          <a:p>
            <a:pPr lvl="0"/>
            <a:r>
              <a:rPr lang="en-US" dirty="0"/>
              <a:t>Click to add date</a:t>
            </a:r>
            <a:endParaRPr lang="en-IN" dirty="0"/>
          </a:p>
        </p:txBody>
      </p:sp>
      <p:sp>
        <p:nvSpPr>
          <p:cNvPr id="35" name="Subtitle 2">
            <a:extLst>
              <a:ext uri="{FF2B5EF4-FFF2-40B4-BE49-F238E27FC236}">
                <a16:creationId xmlns:a16="http://schemas.microsoft.com/office/drawing/2014/main" id="{4BD73942-97CD-4497-8A61-44BF73926098}"/>
              </a:ext>
            </a:extLst>
          </p:cNvPr>
          <p:cNvSpPr>
            <a:spLocks noGrp="1"/>
          </p:cNvSpPr>
          <p:nvPr>
            <p:ph type="subTitle" idx="1" hasCustomPrompt="1"/>
          </p:nvPr>
        </p:nvSpPr>
        <p:spPr>
          <a:xfrm>
            <a:off x="424331" y="3522026"/>
            <a:ext cx="5964723" cy="424306"/>
          </a:xfrm>
        </p:spPr>
        <p:txBody>
          <a:bodyPr>
            <a:normAutofit/>
          </a:bodyPr>
          <a:lstStyle>
            <a:lvl1pPr marL="0" indent="0" algn="l">
              <a:buNone/>
              <a:defRPr sz="2400" b="1">
                <a:solidFill>
                  <a:srgbClr val="F3822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Name</a:t>
            </a:r>
            <a:endParaRPr lang="en-IN" dirty="0"/>
          </a:p>
        </p:txBody>
      </p:sp>
      <p:sp>
        <p:nvSpPr>
          <p:cNvPr id="38" name="Text Placeholder 33">
            <a:extLst>
              <a:ext uri="{FF2B5EF4-FFF2-40B4-BE49-F238E27FC236}">
                <a16:creationId xmlns:a16="http://schemas.microsoft.com/office/drawing/2014/main" id="{D74FE863-7610-4877-9C83-5B3B1995EFA0}"/>
              </a:ext>
            </a:extLst>
          </p:cNvPr>
          <p:cNvSpPr>
            <a:spLocks noGrp="1"/>
          </p:cNvSpPr>
          <p:nvPr>
            <p:ph type="body" sz="quarter" idx="16" hasCustomPrompt="1"/>
          </p:nvPr>
        </p:nvSpPr>
        <p:spPr>
          <a:xfrm>
            <a:off x="436194" y="4093423"/>
            <a:ext cx="5940998" cy="362947"/>
          </a:xfrm>
        </p:spPr>
        <p:txBody>
          <a:bodyPr>
            <a:normAutofit/>
          </a:bodyPr>
          <a:lstStyle>
            <a:lvl1pPr marL="0" indent="0">
              <a:buNone/>
              <a:defRPr sz="1900" baseline="0">
                <a:solidFill>
                  <a:schemeClr val="tx1">
                    <a:lumMod val="75000"/>
                    <a:lumOff val="25000"/>
                  </a:schemeClr>
                </a:solidFill>
                <a:latin typeface="Trebuchet MS" panose="020B0603020202020204" pitchFamily="34" charset="0"/>
              </a:defRPr>
            </a:lvl1pPr>
          </a:lstStyle>
          <a:p>
            <a:pPr lvl="0"/>
            <a:r>
              <a:rPr lang="en-US" dirty="0"/>
              <a:t>Click to add Department</a:t>
            </a:r>
            <a:endParaRPr lang="en-IN" dirty="0"/>
          </a:p>
        </p:txBody>
      </p:sp>
      <p:sp>
        <p:nvSpPr>
          <p:cNvPr id="39" name="Rounded Rectangle 21">
            <a:extLst>
              <a:ext uri="{FF2B5EF4-FFF2-40B4-BE49-F238E27FC236}">
                <a16:creationId xmlns:a16="http://schemas.microsoft.com/office/drawing/2014/main" id="{E6A548E4-D588-481A-ADE5-309DF80093C2}"/>
              </a:ext>
            </a:extLst>
          </p:cNvPr>
          <p:cNvSpPr/>
          <p:nvPr userDrawn="1"/>
        </p:nvSpPr>
        <p:spPr>
          <a:xfrm>
            <a:off x="490342" y="1132961"/>
            <a:ext cx="136191" cy="704097"/>
          </a:xfrm>
          <a:prstGeom prst="roundRect">
            <a:avLst/>
          </a:prstGeom>
          <a:solidFill>
            <a:srgbClr val="F382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3" name="Picture 42">
            <a:extLst>
              <a:ext uri="{FF2B5EF4-FFF2-40B4-BE49-F238E27FC236}">
                <a16:creationId xmlns:a16="http://schemas.microsoft.com/office/drawing/2014/main" id="{0B51DC79-A4CE-4981-B142-8D9D7B730524}"/>
              </a:ext>
            </a:extLst>
          </p:cNvPr>
          <p:cNvPicPr>
            <a:picLocks noChangeAspect="1"/>
          </p:cNvPicPr>
          <p:nvPr userDrawn="1"/>
        </p:nvPicPr>
        <p:blipFill>
          <a:blip r:embed="rId5"/>
          <a:stretch>
            <a:fillRect/>
          </a:stretch>
        </p:blipFill>
        <p:spPr>
          <a:xfrm>
            <a:off x="0" y="-11976"/>
            <a:ext cx="3544389" cy="266366"/>
          </a:xfrm>
          <a:prstGeom prst="rect">
            <a:avLst/>
          </a:prstGeom>
        </p:spPr>
      </p:pic>
    </p:spTree>
    <p:extLst>
      <p:ext uri="{BB962C8B-B14F-4D97-AF65-F5344CB8AC3E}">
        <p14:creationId xmlns:p14="http://schemas.microsoft.com/office/powerpoint/2010/main" val="1413493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b Title Slide">
    <p:spTree>
      <p:nvGrpSpPr>
        <p:cNvPr id="1" name=""/>
        <p:cNvGrpSpPr/>
        <p:nvPr/>
      </p:nvGrpSpPr>
      <p:grpSpPr>
        <a:xfrm>
          <a:off x="0" y="0"/>
          <a:ext cx="0" cy="0"/>
          <a:chOff x="0" y="0"/>
          <a:chExt cx="0" cy="0"/>
        </a:xfrm>
      </p:grpSpPr>
      <p:sp>
        <p:nvSpPr>
          <p:cNvPr id="45" name="Rectangle 44"/>
          <p:cNvSpPr/>
          <p:nvPr userDrawn="1"/>
        </p:nvSpPr>
        <p:spPr>
          <a:xfrm>
            <a:off x="1" y="3598605"/>
            <a:ext cx="537328" cy="1917291"/>
          </a:xfrm>
          <a:prstGeom prst="rect">
            <a:avLst/>
          </a:prstGeom>
          <a:solidFill>
            <a:srgbClr val="F382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Title 1"/>
          <p:cNvSpPr>
            <a:spLocks noGrp="1"/>
          </p:cNvSpPr>
          <p:nvPr>
            <p:ph type="title"/>
          </p:nvPr>
        </p:nvSpPr>
        <p:spPr>
          <a:xfrm>
            <a:off x="763570" y="3608436"/>
            <a:ext cx="8502349" cy="765995"/>
          </a:xfrm>
        </p:spPr>
        <p:txBody>
          <a:bodyPr>
            <a:normAutofit/>
          </a:bodyPr>
          <a:lstStyle>
            <a:lvl1pPr algn="l">
              <a:defRPr sz="3200" b="1" baseline="0">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endParaRPr lang="en-IN" dirty="0"/>
          </a:p>
        </p:txBody>
      </p:sp>
      <p:sp>
        <p:nvSpPr>
          <p:cNvPr id="12" name="Rectangle 11"/>
          <p:cNvSpPr/>
          <p:nvPr userDrawn="1"/>
        </p:nvSpPr>
        <p:spPr>
          <a:xfrm>
            <a:off x="0" y="6721475"/>
            <a:ext cx="12192000" cy="136525"/>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p:cNvPicPr>
            <a:picLocks noChangeAspect="1"/>
          </p:cNvPicPr>
          <p:nvPr userDrawn="1"/>
        </p:nvPicPr>
        <p:blipFill>
          <a:blip r:embed="rId2"/>
          <a:stretch>
            <a:fillRect/>
          </a:stretch>
        </p:blipFill>
        <p:spPr>
          <a:xfrm>
            <a:off x="11511280" y="6136808"/>
            <a:ext cx="680720" cy="584667"/>
          </a:xfrm>
          <a:prstGeom prst="rect">
            <a:avLst/>
          </a:prstGeom>
        </p:spPr>
      </p:pic>
      <p:sp>
        <p:nvSpPr>
          <p:cNvPr id="14" name="Slide Number Placeholder 5"/>
          <p:cNvSpPr>
            <a:spLocks noGrp="1"/>
          </p:cNvSpPr>
          <p:nvPr>
            <p:ph type="sldNum" sz="quarter" idx="12"/>
          </p:nvPr>
        </p:nvSpPr>
        <p:spPr>
          <a:xfrm>
            <a:off x="11663680" y="6350000"/>
            <a:ext cx="503158" cy="350512"/>
          </a:xfrm>
        </p:spPr>
        <p:txBody>
          <a:bodyPr/>
          <a:lstStyle>
            <a:lvl1pPr>
              <a:defRPr b="1">
                <a:solidFill>
                  <a:schemeClr val="bg1"/>
                </a:solidFill>
              </a:defRPr>
            </a:lvl1pPr>
          </a:lstStyle>
          <a:p>
            <a:fld id="{ED0A4932-3B2E-45C6-B621-E5DE29EAC2DE}" type="slidenum">
              <a:rPr lang="en-IN" smtClean="0"/>
              <a:pPr/>
              <a:t>‹#›</a:t>
            </a:fld>
            <a:endParaRPr lang="en-IN"/>
          </a:p>
        </p:txBody>
      </p:sp>
      <p:sp>
        <p:nvSpPr>
          <p:cNvPr id="15" name="Rectangle 14"/>
          <p:cNvSpPr/>
          <p:nvPr userDrawn="1"/>
        </p:nvSpPr>
        <p:spPr>
          <a:xfrm>
            <a:off x="9448800" y="3598604"/>
            <a:ext cx="2743200" cy="1917291"/>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Connector 15"/>
          <p:cNvCxnSpPr>
            <a:cxnSpLocks/>
          </p:cNvCxnSpPr>
          <p:nvPr userDrawn="1"/>
        </p:nvCxnSpPr>
        <p:spPr>
          <a:xfrm>
            <a:off x="763571" y="4707993"/>
            <a:ext cx="8502349" cy="0"/>
          </a:xfrm>
          <a:prstGeom prst="line">
            <a:avLst/>
          </a:prstGeom>
          <a:ln w="28575">
            <a:solidFill>
              <a:srgbClr val="A9AAAE"/>
            </a:solidFill>
          </a:ln>
        </p:spPr>
        <p:style>
          <a:lnRef idx="1">
            <a:schemeClr val="accent1"/>
          </a:lnRef>
          <a:fillRef idx="0">
            <a:schemeClr val="accent1"/>
          </a:fillRef>
          <a:effectRef idx="0">
            <a:schemeClr val="accent1"/>
          </a:effectRef>
          <a:fontRef idx="minor">
            <a:schemeClr val="tx1"/>
          </a:fontRef>
        </p:style>
      </p:cxnSp>
      <p:pic>
        <p:nvPicPr>
          <p:cNvPr id="19" name="Picture 18"/>
          <p:cNvPicPr>
            <a:picLocks noChangeAspect="1"/>
          </p:cNvPicPr>
          <p:nvPr userDrawn="1"/>
        </p:nvPicPr>
        <p:blipFill rotWithShape="1">
          <a:blip r:embed="rId3"/>
          <a:srcRect t="4364" r="2963" b="-1"/>
          <a:stretch/>
        </p:blipFill>
        <p:spPr>
          <a:xfrm>
            <a:off x="9988826" y="14151"/>
            <a:ext cx="2203174" cy="1514041"/>
          </a:xfrm>
          <a:prstGeom prst="rect">
            <a:avLst/>
          </a:prstGeom>
        </p:spPr>
      </p:pic>
      <p:pic>
        <p:nvPicPr>
          <p:cNvPr id="20" name="Picture 1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972800" y="116034"/>
            <a:ext cx="972231" cy="913203"/>
          </a:xfrm>
          <a:prstGeom prst="rect">
            <a:avLst/>
          </a:prstGeom>
        </p:spPr>
      </p:pic>
      <p:sp>
        <p:nvSpPr>
          <p:cNvPr id="22" name="Text Placeholder 33"/>
          <p:cNvSpPr>
            <a:spLocks noGrp="1"/>
          </p:cNvSpPr>
          <p:nvPr>
            <p:ph type="body" sz="quarter" idx="15" hasCustomPrompt="1"/>
          </p:nvPr>
        </p:nvSpPr>
        <p:spPr>
          <a:xfrm>
            <a:off x="763571" y="4994365"/>
            <a:ext cx="8502349" cy="460582"/>
          </a:xfrm>
        </p:spPr>
        <p:txBody>
          <a:bodyPr>
            <a:normAutofit/>
          </a:bodyPr>
          <a:lstStyle>
            <a:lvl1pPr marL="0" indent="0">
              <a:buNone/>
              <a:defRPr sz="2400" baseline="0">
                <a:latin typeface="Trebuchet MS" panose="020B0603020202020204" pitchFamily="34" charset="0"/>
              </a:defRPr>
            </a:lvl1pPr>
          </a:lstStyle>
          <a:p>
            <a:pPr lvl="0"/>
            <a:r>
              <a:rPr lang="en-US" dirty="0"/>
              <a:t>Click to add subtitle</a:t>
            </a:r>
            <a:endParaRPr lang="en-IN" dirty="0"/>
          </a:p>
        </p:txBody>
      </p:sp>
      <p:pic>
        <p:nvPicPr>
          <p:cNvPr id="2" name="Picture 1">
            <a:extLst>
              <a:ext uri="{FF2B5EF4-FFF2-40B4-BE49-F238E27FC236}">
                <a16:creationId xmlns:a16="http://schemas.microsoft.com/office/drawing/2014/main" id="{8317A328-A301-4B1E-8636-F7A2FA5378D7}"/>
              </a:ext>
            </a:extLst>
          </p:cNvPr>
          <p:cNvPicPr>
            <a:picLocks noChangeAspect="1"/>
          </p:cNvPicPr>
          <p:nvPr userDrawn="1"/>
        </p:nvPicPr>
        <p:blipFill>
          <a:blip r:embed="rId5"/>
          <a:stretch>
            <a:fillRect/>
          </a:stretch>
        </p:blipFill>
        <p:spPr>
          <a:xfrm>
            <a:off x="0" y="-11976"/>
            <a:ext cx="3544389" cy="266366"/>
          </a:xfrm>
          <a:prstGeom prst="rect">
            <a:avLst/>
          </a:prstGeom>
        </p:spPr>
      </p:pic>
    </p:spTree>
    <p:extLst>
      <p:ext uri="{BB962C8B-B14F-4D97-AF65-F5344CB8AC3E}">
        <p14:creationId xmlns:p14="http://schemas.microsoft.com/office/powerpoint/2010/main" val="847669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4813" y="550216"/>
            <a:ext cx="9414013" cy="765995"/>
          </a:xfrm>
        </p:spPr>
        <p:txBody>
          <a:bodyPr>
            <a:normAutofit/>
          </a:bodyPr>
          <a:lstStyle>
            <a:lvl1pPr>
              <a:defRPr sz="3000" b="1">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r>
              <a:rPr lang="en-US" dirty="0"/>
              <a:t>Click to add Master title style</a:t>
            </a:r>
            <a:endParaRPr lang="en-IN" dirty="0"/>
          </a:p>
        </p:txBody>
      </p:sp>
      <p:sp>
        <p:nvSpPr>
          <p:cNvPr id="3" name="Content Placeholder 2"/>
          <p:cNvSpPr>
            <a:spLocks noGrp="1"/>
          </p:cNvSpPr>
          <p:nvPr>
            <p:ph idx="1"/>
          </p:nvPr>
        </p:nvSpPr>
        <p:spPr>
          <a:xfrm>
            <a:off x="574812" y="1726770"/>
            <a:ext cx="10936467" cy="4396635"/>
          </a:xfrm>
        </p:spPr>
        <p:txBody>
          <a:bodyPr>
            <a:normAutofit/>
          </a:bodyPr>
          <a:lstStyle>
            <a:lvl1pPr>
              <a:lnSpc>
                <a:spcPts val="2880"/>
              </a:lnSpc>
              <a:defRPr sz="2400">
                <a:latin typeface="Trebuchet MS" panose="020B0603020202020204" pitchFamily="34" charset="0"/>
                <a:ea typeface="Tahoma" panose="020B0604030504040204" pitchFamily="34" charset="0"/>
                <a:cs typeface="Tahoma" panose="020B0604030504040204" pitchFamily="34" charset="0"/>
              </a:defRPr>
            </a:lvl1pPr>
            <a:lvl2pPr>
              <a:lnSpc>
                <a:spcPts val="2880"/>
              </a:lnSpc>
              <a:defRPr sz="2000">
                <a:latin typeface="Trebuchet MS" panose="020B0603020202020204" pitchFamily="34" charset="0"/>
                <a:ea typeface="Tahoma" panose="020B0604030504040204" pitchFamily="34" charset="0"/>
                <a:cs typeface="Tahoma" panose="020B0604030504040204" pitchFamily="34" charset="0"/>
              </a:defRPr>
            </a:lvl2pPr>
            <a:lvl3pPr>
              <a:lnSpc>
                <a:spcPts val="2880"/>
              </a:lnSpc>
              <a:defRPr sz="1800">
                <a:latin typeface="Trebuchet MS" panose="020B0603020202020204" pitchFamily="34" charset="0"/>
                <a:ea typeface="Tahoma" panose="020B0604030504040204" pitchFamily="34" charset="0"/>
                <a:cs typeface="Tahoma" panose="020B0604030504040204" pitchFamily="34" charset="0"/>
              </a:defRPr>
            </a:lvl3pPr>
            <a:lvl4pPr>
              <a:lnSpc>
                <a:spcPts val="2880"/>
              </a:lnSpc>
              <a:defRPr sz="1600">
                <a:latin typeface="Trebuchet MS" panose="020B0603020202020204" pitchFamily="34" charset="0"/>
                <a:ea typeface="Tahoma" panose="020B0604030504040204" pitchFamily="34" charset="0"/>
                <a:cs typeface="Tahoma" panose="020B0604030504040204" pitchFamily="34" charset="0"/>
              </a:defRPr>
            </a:lvl4pPr>
            <a:lvl5pPr>
              <a:lnSpc>
                <a:spcPts val="2880"/>
              </a:lnSpc>
              <a:defRPr sz="1600">
                <a:latin typeface="Trebuchet MS" panose="020B060302020202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27" name="Picture 26"/>
          <p:cNvPicPr>
            <a:picLocks noChangeAspect="1"/>
          </p:cNvPicPr>
          <p:nvPr userDrawn="1"/>
        </p:nvPicPr>
        <p:blipFill rotWithShape="1">
          <a:blip r:embed="rId2"/>
          <a:srcRect t="4364" r="2963" b="-1"/>
          <a:stretch/>
        </p:blipFill>
        <p:spPr>
          <a:xfrm>
            <a:off x="9988826" y="14151"/>
            <a:ext cx="2203174" cy="1514041"/>
          </a:xfrm>
          <a:prstGeom prst="rect">
            <a:avLst/>
          </a:prstGeom>
        </p:spPr>
      </p:pic>
      <p:pic>
        <p:nvPicPr>
          <p:cNvPr id="28" name="Picture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00" y="116034"/>
            <a:ext cx="972231" cy="913203"/>
          </a:xfrm>
          <a:prstGeom prst="rect">
            <a:avLst/>
          </a:prstGeom>
        </p:spPr>
      </p:pic>
      <p:sp>
        <p:nvSpPr>
          <p:cNvPr id="29" name="Rectangle 28"/>
          <p:cNvSpPr/>
          <p:nvPr userDrawn="1"/>
        </p:nvSpPr>
        <p:spPr>
          <a:xfrm>
            <a:off x="0" y="6721475"/>
            <a:ext cx="12192000" cy="136525"/>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 name="Picture 29"/>
          <p:cNvPicPr>
            <a:picLocks noChangeAspect="1"/>
          </p:cNvPicPr>
          <p:nvPr userDrawn="1"/>
        </p:nvPicPr>
        <p:blipFill>
          <a:blip r:embed="rId4"/>
          <a:stretch>
            <a:fillRect/>
          </a:stretch>
        </p:blipFill>
        <p:spPr>
          <a:xfrm>
            <a:off x="11511280" y="6136808"/>
            <a:ext cx="680720" cy="584667"/>
          </a:xfrm>
          <a:prstGeom prst="rect">
            <a:avLst/>
          </a:prstGeom>
        </p:spPr>
      </p:pic>
      <p:sp>
        <p:nvSpPr>
          <p:cNvPr id="31" name="Rounded Rectangle 30"/>
          <p:cNvSpPr/>
          <p:nvPr userDrawn="1"/>
        </p:nvSpPr>
        <p:spPr>
          <a:xfrm>
            <a:off x="698500" y="1349372"/>
            <a:ext cx="906463" cy="54603"/>
          </a:xfrm>
          <a:prstGeom prst="roundRect">
            <a:avLst>
              <a:gd name="adj" fmla="val 50000"/>
            </a:avLst>
          </a:prstGeom>
          <a:solidFill>
            <a:srgbClr val="A9AA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2ACA9FEA-5CEE-4F7A-A457-1CCAE5DF7043}"/>
              </a:ext>
            </a:extLst>
          </p:cNvPr>
          <p:cNvPicPr>
            <a:picLocks noChangeAspect="1"/>
          </p:cNvPicPr>
          <p:nvPr userDrawn="1"/>
        </p:nvPicPr>
        <p:blipFill>
          <a:blip r:embed="rId5"/>
          <a:stretch>
            <a:fillRect/>
          </a:stretch>
        </p:blipFill>
        <p:spPr>
          <a:xfrm>
            <a:off x="0" y="-11976"/>
            <a:ext cx="3544389" cy="266366"/>
          </a:xfrm>
          <a:prstGeom prst="rect">
            <a:avLst/>
          </a:prstGeom>
        </p:spPr>
      </p:pic>
      <p:sp>
        <p:nvSpPr>
          <p:cNvPr id="14" name="Slide Number Placeholder 5">
            <a:extLst>
              <a:ext uri="{FF2B5EF4-FFF2-40B4-BE49-F238E27FC236}">
                <a16:creationId xmlns:a16="http://schemas.microsoft.com/office/drawing/2014/main" id="{237B0786-1107-4794-B9A1-D62C76F8F8E2}"/>
              </a:ext>
            </a:extLst>
          </p:cNvPr>
          <p:cNvSpPr>
            <a:spLocks noGrp="1"/>
          </p:cNvSpPr>
          <p:nvPr>
            <p:ph type="sldNum" sz="quarter" idx="12"/>
          </p:nvPr>
        </p:nvSpPr>
        <p:spPr>
          <a:xfrm>
            <a:off x="11663680" y="6350000"/>
            <a:ext cx="503158" cy="350512"/>
          </a:xfrm>
        </p:spPr>
        <p:txBody>
          <a:bodyPr/>
          <a:lstStyle>
            <a:lvl1pPr>
              <a:defRPr sz="1400" b="1">
                <a:solidFill>
                  <a:schemeClr val="bg1"/>
                </a:solidFill>
              </a:defRPr>
            </a:lvl1pPr>
          </a:lstStyle>
          <a:p>
            <a:fld id="{ED0A4932-3B2E-45C6-B621-E5DE29EAC2DE}" type="slidenum">
              <a:rPr lang="en-IN" smtClean="0"/>
              <a:pPr/>
              <a:t>‹#›</a:t>
            </a:fld>
            <a:endParaRPr lang="en-IN" dirty="0"/>
          </a:p>
        </p:txBody>
      </p:sp>
      <p:sp>
        <p:nvSpPr>
          <p:cNvPr id="15" name="Date Placeholder 4">
            <a:extLst>
              <a:ext uri="{FF2B5EF4-FFF2-40B4-BE49-F238E27FC236}">
                <a16:creationId xmlns:a16="http://schemas.microsoft.com/office/drawing/2014/main" id="{A89405C6-6DC8-4382-BC34-8D5DFB1792EA}"/>
              </a:ext>
            </a:extLst>
          </p:cNvPr>
          <p:cNvSpPr>
            <a:spLocks noGrp="1"/>
          </p:cNvSpPr>
          <p:nvPr>
            <p:ph type="dt" sz="half" idx="10"/>
          </p:nvPr>
        </p:nvSpPr>
        <p:spPr>
          <a:xfrm>
            <a:off x="567626" y="6335387"/>
            <a:ext cx="2743200" cy="365125"/>
          </a:xfrm>
        </p:spPr>
        <p:txBody>
          <a:bodyPr/>
          <a:lstStyle>
            <a:lvl1pPr>
              <a:defRPr>
                <a:latin typeface="Trebuchet MS" panose="020B0603020202020204" pitchFamily="34" charset="0"/>
              </a:defRPr>
            </a:lvl1pPr>
          </a:lstStyle>
          <a:p>
            <a:endParaRPr lang="en-IN" dirty="0"/>
          </a:p>
        </p:txBody>
      </p:sp>
      <p:sp>
        <p:nvSpPr>
          <p:cNvPr id="16" name="Footer Placeholder 5">
            <a:extLst>
              <a:ext uri="{FF2B5EF4-FFF2-40B4-BE49-F238E27FC236}">
                <a16:creationId xmlns:a16="http://schemas.microsoft.com/office/drawing/2014/main" id="{99538A48-E6DB-463C-8094-5B83EB630EFD}"/>
              </a:ext>
            </a:extLst>
          </p:cNvPr>
          <p:cNvSpPr>
            <a:spLocks noGrp="1"/>
          </p:cNvSpPr>
          <p:nvPr>
            <p:ph type="ftr" sz="quarter" idx="11"/>
          </p:nvPr>
        </p:nvSpPr>
        <p:spPr>
          <a:xfrm>
            <a:off x="4038600" y="6356350"/>
            <a:ext cx="4114800" cy="365125"/>
          </a:xfrm>
        </p:spPr>
        <p:txBody>
          <a:bodyPr/>
          <a:lstStyle>
            <a:lvl1pPr>
              <a:defRPr>
                <a:latin typeface="Trebuchet MS" panose="020B0603020202020204" pitchFamily="34" charset="0"/>
              </a:defRPr>
            </a:lvl1pPr>
          </a:lstStyle>
          <a:p>
            <a:endParaRPr lang="en-IN"/>
          </a:p>
        </p:txBody>
      </p:sp>
    </p:spTree>
    <p:extLst>
      <p:ext uri="{BB962C8B-B14F-4D97-AF65-F5344CB8AC3E}">
        <p14:creationId xmlns:p14="http://schemas.microsoft.com/office/powerpoint/2010/main" val="1572515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74813" y="1555216"/>
            <a:ext cx="5472026" cy="4563319"/>
          </a:xfrm>
        </p:spPr>
        <p:txBody>
          <a:bodyPr>
            <a:normAutofit/>
          </a:bodyPr>
          <a:lstStyle>
            <a:lvl1pPr>
              <a:defRPr sz="2400">
                <a:latin typeface="Trebuchet MS" panose="020B0603020202020204" pitchFamily="34" charset="0"/>
                <a:cs typeface="Arial" panose="020B0604020202020204" pitchFamily="34" charset="0"/>
              </a:defRPr>
            </a:lvl1pPr>
            <a:lvl2pPr>
              <a:defRPr sz="2000">
                <a:latin typeface="Trebuchet MS" panose="020B0603020202020204" pitchFamily="34" charset="0"/>
                <a:cs typeface="Arial" panose="020B0604020202020204" pitchFamily="34" charset="0"/>
              </a:defRPr>
            </a:lvl2pPr>
            <a:lvl3pPr>
              <a:defRPr sz="1800">
                <a:latin typeface="Trebuchet MS" panose="020B0603020202020204" pitchFamily="34" charset="0"/>
                <a:cs typeface="Arial" panose="020B0604020202020204" pitchFamily="34" charset="0"/>
              </a:defRPr>
            </a:lvl3pPr>
            <a:lvl4pPr>
              <a:defRPr sz="1600">
                <a:latin typeface="Trebuchet MS" panose="020B0603020202020204" pitchFamily="34" charset="0"/>
                <a:cs typeface="Arial" panose="020B0604020202020204" pitchFamily="34" charset="0"/>
              </a:defRPr>
            </a:lvl4pPr>
            <a:lvl5pPr>
              <a:defRPr sz="1600">
                <a:latin typeface="Trebuchet MS" panose="020B0603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half" idx="2"/>
          </p:nvPr>
        </p:nvSpPr>
        <p:spPr>
          <a:xfrm>
            <a:off x="6249173" y="1549857"/>
            <a:ext cx="5480711" cy="4563319"/>
          </a:xfrm>
        </p:spPr>
        <p:txBody>
          <a:bodyPr>
            <a:normAutofit/>
          </a:bodyPr>
          <a:lstStyle>
            <a:lvl1pPr>
              <a:defRPr sz="2400">
                <a:latin typeface="Trebuchet MS" panose="020B0603020202020204" pitchFamily="34" charset="0"/>
                <a:cs typeface="Arial" panose="020B0604020202020204" pitchFamily="34" charset="0"/>
              </a:defRPr>
            </a:lvl1pPr>
            <a:lvl2pPr>
              <a:defRPr sz="2000">
                <a:latin typeface="Trebuchet MS" panose="020B0603020202020204" pitchFamily="34" charset="0"/>
                <a:cs typeface="Arial" panose="020B0604020202020204" pitchFamily="34" charset="0"/>
              </a:defRPr>
            </a:lvl2pPr>
            <a:lvl3pPr>
              <a:defRPr sz="1800">
                <a:latin typeface="Trebuchet MS" panose="020B0603020202020204" pitchFamily="34" charset="0"/>
                <a:cs typeface="Arial" panose="020B0604020202020204" pitchFamily="34" charset="0"/>
              </a:defRPr>
            </a:lvl3pPr>
            <a:lvl4pPr>
              <a:defRPr sz="1600">
                <a:latin typeface="Trebuchet MS" panose="020B0603020202020204" pitchFamily="34" charset="0"/>
                <a:cs typeface="Arial" panose="020B0604020202020204" pitchFamily="34" charset="0"/>
              </a:defRPr>
            </a:lvl4pPr>
            <a:lvl5pPr>
              <a:defRPr sz="1600">
                <a:latin typeface="Trebuchet MS" panose="020B0603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4"/>
          <p:cNvSpPr>
            <a:spLocks noGrp="1"/>
          </p:cNvSpPr>
          <p:nvPr>
            <p:ph type="dt" sz="half" idx="10"/>
          </p:nvPr>
        </p:nvSpPr>
        <p:spPr>
          <a:xfrm>
            <a:off x="567626" y="6335387"/>
            <a:ext cx="2743200" cy="365125"/>
          </a:xfrm>
        </p:spPr>
        <p:txBody>
          <a:bodyPr/>
          <a:lstStyle>
            <a:lvl1pPr>
              <a:defRPr>
                <a:latin typeface="Trebuchet MS" panose="020B0603020202020204" pitchFamily="34" charset="0"/>
              </a:defRPr>
            </a:lvl1pPr>
          </a:lstStyle>
          <a:p>
            <a:endParaRPr lang="en-IN" dirty="0"/>
          </a:p>
        </p:txBody>
      </p:sp>
      <p:sp>
        <p:nvSpPr>
          <p:cNvPr id="6" name="Footer Placeholder 5"/>
          <p:cNvSpPr>
            <a:spLocks noGrp="1"/>
          </p:cNvSpPr>
          <p:nvPr>
            <p:ph type="ftr" sz="quarter" idx="11"/>
          </p:nvPr>
        </p:nvSpPr>
        <p:spPr/>
        <p:txBody>
          <a:bodyPr/>
          <a:lstStyle>
            <a:lvl1pPr>
              <a:defRPr>
                <a:latin typeface="Trebuchet MS" panose="020B0603020202020204" pitchFamily="34" charset="0"/>
              </a:defRPr>
            </a:lvl1pPr>
          </a:lstStyle>
          <a:p>
            <a:endParaRPr lang="en-IN"/>
          </a:p>
        </p:txBody>
      </p:sp>
      <p:sp>
        <p:nvSpPr>
          <p:cNvPr id="13" name="Title 1"/>
          <p:cNvSpPr>
            <a:spLocks noGrp="1"/>
          </p:cNvSpPr>
          <p:nvPr>
            <p:ph type="title" hasCustomPrompt="1"/>
          </p:nvPr>
        </p:nvSpPr>
        <p:spPr>
          <a:xfrm>
            <a:off x="574813" y="550216"/>
            <a:ext cx="9414013" cy="765995"/>
          </a:xfrm>
        </p:spPr>
        <p:txBody>
          <a:bodyPr>
            <a:normAutofit/>
          </a:bodyPr>
          <a:lstStyle>
            <a:lvl1pPr>
              <a:defRPr sz="3200">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r>
              <a:rPr lang="en-US" dirty="0"/>
              <a:t>Click to add Master title style</a:t>
            </a:r>
            <a:endParaRPr lang="en-IN" dirty="0"/>
          </a:p>
        </p:txBody>
      </p:sp>
      <p:pic>
        <p:nvPicPr>
          <p:cNvPr id="15" name="Picture 14"/>
          <p:cNvPicPr>
            <a:picLocks noChangeAspect="1"/>
          </p:cNvPicPr>
          <p:nvPr userDrawn="1"/>
        </p:nvPicPr>
        <p:blipFill rotWithShape="1">
          <a:blip r:embed="rId2"/>
          <a:srcRect t="4364" r="2963" b="-1"/>
          <a:stretch/>
        </p:blipFill>
        <p:spPr>
          <a:xfrm>
            <a:off x="9988826" y="14151"/>
            <a:ext cx="2203174" cy="1514041"/>
          </a:xfrm>
          <a:prstGeom prst="rect">
            <a:avLst/>
          </a:prstGeom>
        </p:spPr>
      </p:pic>
      <p:pic>
        <p:nvPicPr>
          <p:cNvPr id="16" name="Picture 1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00" y="116034"/>
            <a:ext cx="972231" cy="913203"/>
          </a:xfrm>
          <a:prstGeom prst="rect">
            <a:avLst/>
          </a:prstGeom>
        </p:spPr>
      </p:pic>
      <p:pic>
        <p:nvPicPr>
          <p:cNvPr id="18" name="Picture 17"/>
          <p:cNvPicPr>
            <a:picLocks noChangeAspect="1"/>
          </p:cNvPicPr>
          <p:nvPr userDrawn="1"/>
        </p:nvPicPr>
        <p:blipFill>
          <a:blip r:embed="rId4"/>
          <a:stretch>
            <a:fillRect/>
          </a:stretch>
        </p:blipFill>
        <p:spPr>
          <a:xfrm>
            <a:off x="11511280" y="6136808"/>
            <a:ext cx="680720" cy="584667"/>
          </a:xfrm>
          <a:prstGeom prst="rect">
            <a:avLst/>
          </a:prstGeom>
        </p:spPr>
      </p:pic>
      <p:pic>
        <p:nvPicPr>
          <p:cNvPr id="20" name="Picture 19">
            <a:extLst>
              <a:ext uri="{FF2B5EF4-FFF2-40B4-BE49-F238E27FC236}">
                <a16:creationId xmlns:a16="http://schemas.microsoft.com/office/drawing/2014/main" id="{67D7F617-22AE-45E1-B868-6BCDD9387FF4}"/>
              </a:ext>
            </a:extLst>
          </p:cNvPr>
          <p:cNvPicPr>
            <a:picLocks noChangeAspect="1"/>
          </p:cNvPicPr>
          <p:nvPr userDrawn="1"/>
        </p:nvPicPr>
        <p:blipFill>
          <a:blip r:embed="rId5"/>
          <a:stretch>
            <a:fillRect/>
          </a:stretch>
        </p:blipFill>
        <p:spPr>
          <a:xfrm>
            <a:off x="0" y="-11976"/>
            <a:ext cx="3544389" cy="266366"/>
          </a:xfrm>
          <a:prstGeom prst="rect">
            <a:avLst/>
          </a:prstGeom>
        </p:spPr>
      </p:pic>
      <p:sp>
        <p:nvSpPr>
          <p:cNvPr id="21" name="Rectangle 20">
            <a:extLst>
              <a:ext uri="{FF2B5EF4-FFF2-40B4-BE49-F238E27FC236}">
                <a16:creationId xmlns:a16="http://schemas.microsoft.com/office/drawing/2014/main" id="{3515DC45-FFC2-4242-AAD1-C20D321863E9}"/>
              </a:ext>
            </a:extLst>
          </p:cNvPr>
          <p:cNvSpPr/>
          <p:nvPr userDrawn="1"/>
        </p:nvSpPr>
        <p:spPr>
          <a:xfrm>
            <a:off x="0" y="6721475"/>
            <a:ext cx="12192000" cy="136525"/>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Slide Number Placeholder 5">
            <a:extLst>
              <a:ext uri="{FF2B5EF4-FFF2-40B4-BE49-F238E27FC236}">
                <a16:creationId xmlns:a16="http://schemas.microsoft.com/office/drawing/2014/main" id="{D2FC8B40-DFEC-47A6-ADB6-961A308CFA6F}"/>
              </a:ext>
            </a:extLst>
          </p:cNvPr>
          <p:cNvSpPr>
            <a:spLocks noGrp="1"/>
          </p:cNvSpPr>
          <p:nvPr>
            <p:ph type="sldNum" sz="quarter" idx="12"/>
          </p:nvPr>
        </p:nvSpPr>
        <p:spPr>
          <a:xfrm>
            <a:off x="11663680" y="6350000"/>
            <a:ext cx="503158" cy="350512"/>
          </a:xfrm>
        </p:spPr>
        <p:txBody>
          <a:bodyPr/>
          <a:lstStyle>
            <a:lvl1pPr>
              <a:defRPr b="1">
                <a:solidFill>
                  <a:schemeClr val="bg1"/>
                </a:solidFill>
              </a:defRPr>
            </a:lvl1pPr>
          </a:lstStyle>
          <a:p>
            <a:fld id="{ED0A4932-3B2E-45C6-B621-E5DE29EAC2DE}" type="slidenum">
              <a:rPr lang="en-IN" smtClean="0"/>
              <a:pPr/>
              <a:t>‹#›</a:t>
            </a:fld>
            <a:endParaRPr lang="en-IN"/>
          </a:p>
        </p:txBody>
      </p:sp>
    </p:spTree>
    <p:extLst>
      <p:ext uri="{BB962C8B-B14F-4D97-AF65-F5344CB8AC3E}">
        <p14:creationId xmlns:p14="http://schemas.microsoft.com/office/powerpoint/2010/main" val="3233159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45" name="Rectangle 44"/>
          <p:cNvSpPr/>
          <p:nvPr userDrawn="1"/>
        </p:nvSpPr>
        <p:spPr>
          <a:xfrm>
            <a:off x="0" y="4556034"/>
            <a:ext cx="12192000" cy="2175600"/>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Title 1"/>
          <p:cNvSpPr>
            <a:spLocks noGrp="1"/>
          </p:cNvSpPr>
          <p:nvPr>
            <p:ph type="title"/>
          </p:nvPr>
        </p:nvSpPr>
        <p:spPr>
          <a:xfrm>
            <a:off x="439064" y="1707178"/>
            <a:ext cx="11313872" cy="765995"/>
          </a:xfrm>
        </p:spPr>
        <p:txBody>
          <a:bodyPr>
            <a:normAutofit/>
          </a:bodyPr>
          <a:lstStyle>
            <a:lvl1pPr algn="ctr">
              <a:defRPr sz="4400" b="1" baseline="0">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endParaRPr lang="en-IN" dirty="0"/>
          </a:p>
        </p:txBody>
      </p:sp>
      <p:sp>
        <p:nvSpPr>
          <p:cNvPr id="48" name="Rectangle 47"/>
          <p:cNvSpPr/>
          <p:nvPr userDrawn="1"/>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Subtitle 2"/>
          <p:cNvSpPr txBox="1">
            <a:spLocks/>
          </p:cNvSpPr>
          <p:nvPr userDrawn="1"/>
        </p:nvSpPr>
        <p:spPr>
          <a:xfrm>
            <a:off x="1971368" y="4748566"/>
            <a:ext cx="8249264" cy="135371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2800" b="1" dirty="0">
                <a:solidFill>
                  <a:schemeClr val="bg1"/>
                </a:solidFill>
              </a:rPr>
              <a:t>K.S.RANGASAMY</a:t>
            </a:r>
            <a:r>
              <a:rPr lang="en-US" sz="2800" b="1" baseline="0" dirty="0">
                <a:solidFill>
                  <a:schemeClr val="bg1"/>
                </a:solidFill>
              </a:rPr>
              <a:t> COLLEGE OF TECHNOLOGY </a:t>
            </a:r>
          </a:p>
          <a:p>
            <a:pPr algn="ctr"/>
            <a:r>
              <a:rPr lang="en-US" sz="1600" b="1" baseline="0" dirty="0">
                <a:solidFill>
                  <a:schemeClr val="bg1"/>
                </a:solidFill>
              </a:rPr>
              <a:t>(Autonomous)</a:t>
            </a:r>
          </a:p>
          <a:p>
            <a:pPr algn="ctr"/>
            <a:r>
              <a:rPr lang="en-US" sz="1600" b="1" baseline="0" dirty="0">
                <a:solidFill>
                  <a:schemeClr val="bg1"/>
                </a:solidFill>
              </a:rPr>
              <a:t>Tiruchengode – 637 215. </a:t>
            </a:r>
            <a:r>
              <a:rPr lang="en-US" sz="1600" b="1" baseline="0" dirty="0" err="1">
                <a:solidFill>
                  <a:schemeClr val="bg1"/>
                </a:solidFill>
              </a:rPr>
              <a:t>Namakkal</a:t>
            </a:r>
            <a:r>
              <a:rPr lang="en-US" sz="1600" b="1" baseline="0" dirty="0">
                <a:solidFill>
                  <a:schemeClr val="bg1"/>
                </a:solidFill>
              </a:rPr>
              <a:t> Dt. Tamil Nadu. India</a:t>
            </a:r>
            <a:endParaRPr lang="en-IN" sz="1600" b="1" dirty="0">
              <a:solidFill>
                <a:schemeClr val="bg1"/>
              </a:solidFill>
            </a:endParaRPr>
          </a:p>
        </p:txBody>
      </p:sp>
      <p:sp>
        <p:nvSpPr>
          <p:cNvPr id="51" name="Subtitle 2"/>
          <p:cNvSpPr txBox="1">
            <a:spLocks/>
          </p:cNvSpPr>
          <p:nvPr userDrawn="1"/>
        </p:nvSpPr>
        <p:spPr>
          <a:xfrm>
            <a:off x="451408" y="6173547"/>
            <a:ext cx="1813963" cy="31977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b="0" dirty="0">
                <a:solidFill>
                  <a:schemeClr val="bg1"/>
                </a:solidFill>
              </a:rPr>
              <a:t>www.ksrct.ac.in</a:t>
            </a:r>
            <a:endParaRPr lang="en-IN" sz="1600" b="0" dirty="0">
              <a:solidFill>
                <a:schemeClr val="bg1"/>
              </a:solidFill>
            </a:endParaRPr>
          </a:p>
        </p:txBody>
      </p:sp>
      <p:sp>
        <p:nvSpPr>
          <p:cNvPr id="52" name="Subtitle 2"/>
          <p:cNvSpPr txBox="1">
            <a:spLocks/>
          </p:cNvSpPr>
          <p:nvPr userDrawn="1"/>
        </p:nvSpPr>
        <p:spPr>
          <a:xfrm>
            <a:off x="10717161" y="6182938"/>
            <a:ext cx="1283021" cy="40201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b="0" dirty="0">
                <a:solidFill>
                  <a:schemeClr val="bg1"/>
                </a:solidFill>
              </a:rPr>
              <a:t>/ksrct1994</a:t>
            </a:r>
            <a:endParaRPr lang="en-IN" sz="1600" b="0" dirty="0">
              <a:solidFill>
                <a:schemeClr val="bg1"/>
              </a:solidFill>
            </a:endParaRPr>
          </a:p>
        </p:txBody>
      </p:sp>
      <p:pic>
        <p:nvPicPr>
          <p:cNvPr id="53" name="Picture 5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45201" y="6197233"/>
            <a:ext cx="1282035" cy="272404"/>
          </a:xfrm>
          <a:prstGeom prst="rect">
            <a:avLst/>
          </a:prstGeom>
        </p:spPr>
      </p:pic>
      <p:pic>
        <p:nvPicPr>
          <p:cNvPr id="55" name="Picture 54"/>
          <p:cNvPicPr>
            <a:picLocks noChangeAspect="1"/>
          </p:cNvPicPr>
          <p:nvPr userDrawn="1"/>
        </p:nvPicPr>
        <p:blipFill rotWithShape="1">
          <a:blip r:embed="rId3">
            <a:extLst>
              <a:ext uri="{28A0092B-C50C-407E-A947-70E740481C1C}">
                <a14:useLocalDpi xmlns:a14="http://schemas.microsoft.com/office/drawing/2010/main" val="0"/>
              </a:ext>
            </a:extLst>
          </a:blip>
          <a:srcRect l="26756" r="26334" b="50687"/>
          <a:stretch/>
        </p:blipFill>
        <p:spPr>
          <a:xfrm>
            <a:off x="5399226" y="3086079"/>
            <a:ext cx="1393548" cy="1254898"/>
          </a:xfrm>
          <a:prstGeom prst="rect">
            <a:avLst/>
          </a:prstGeom>
        </p:spPr>
      </p:pic>
      <p:pic>
        <p:nvPicPr>
          <p:cNvPr id="57" name="Picture 56"/>
          <p:cNvPicPr>
            <a:picLocks noChangeAspect="1"/>
          </p:cNvPicPr>
          <p:nvPr userDrawn="1"/>
        </p:nvPicPr>
        <p:blipFill rotWithShape="1">
          <a:blip r:embed="rId4" cstate="print">
            <a:extLst>
              <a:ext uri="{28A0092B-C50C-407E-A947-70E740481C1C}">
                <a14:useLocalDpi xmlns:a14="http://schemas.microsoft.com/office/drawing/2010/main" val="0"/>
              </a:ext>
            </a:extLst>
          </a:blip>
          <a:srcRect t="69104"/>
          <a:stretch/>
        </p:blipFill>
        <p:spPr>
          <a:xfrm flipV="1">
            <a:off x="10735934" y="522077"/>
            <a:ext cx="771302" cy="461791"/>
          </a:xfrm>
          <a:prstGeom prst="rect">
            <a:avLst/>
          </a:prstGeom>
        </p:spPr>
      </p:pic>
      <p:pic>
        <p:nvPicPr>
          <p:cNvPr id="12" name="Picture 11">
            <a:extLst>
              <a:ext uri="{FF2B5EF4-FFF2-40B4-BE49-F238E27FC236}">
                <a16:creationId xmlns:a16="http://schemas.microsoft.com/office/drawing/2014/main" id="{7AEBA141-EE25-46E3-8F08-D8BF5D4F33FF}"/>
              </a:ext>
            </a:extLst>
          </p:cNvPr>
          <p:cNvPicPr>
            <a:picLocks noChangeAspect="1"/>
          </p:cNvPicPr>
          <p:nvPr userDrawn="1"/>
        </p:nvPicPr>
        <p:blipFill>
          <a:blip r:embed="rId5"/>
          <a:stretch>
            <a:fillRect/>
          </a:stretch>
        </p:blipFill>
        <p:spPr>
          <a:xfrm>
            <a:off x="0" y="-11976"/>
            <a:ext cx="3544389" cy="266366"/>
          </a:xfrm>
          <a:prstGeom prst="rect">
            <a:avLst/>
          </a:prstGeom>
        </p:spPr>
      </p:pic>
    </p:spTree>
    <p:extLst>
      <p:ext uri="{BB962C8B-B14F-4D97-AF65-F5344CB8AC3E}">
        <p14:creationId xmlns:p14="http://schemas.microsoft.com/office/powerpoint/2010/main" val="30051272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0A4932-3B2E-45C6-B621-E5DE29EAC2DE}" type="slidenum">
              <a:rPr lang="en-IN" smtClean="0"/>
              <a:t>‹#›</a:t>
            </a:fld>
            <a:endParaRPr lang="en-IN"/>
          </a:p>
        </p:txBody>
      </p:sp>
    </p:spTree>
    <p:extLst>
      <p:ext uri="{BB962C8B-B14F-4D97-AF65-F5344CB8AC3E}">
        <p14:creationId xmlns:p14="http://schemas.microsoft.com/office/powerpoint/2010/main" val="2857973810"/>
      </p:ext>
    </p:extLst>
  </p:cSld>
  <p:clrMap bg1="lt1" tx1="dk1" bg2="lt2" tx2="dk2" accent1="accent1" accent2="accent2" accent3="accent3" accent4="accent4" accent5="accent5" accent6="accent6" hlink="hlink" folHlink="folHlink"/>
  <p:sldLayoutIdLst>
    <p:sldLayoutId id="2147483657" r:id="rId1"/>
    <p:sldLayoutId id="2147483655" r:id="rId2"/>
    <p:sldLayoutId id="2147483650" r:id="rId3"/>
    <p:sldLayoutId id="2147483652" r:id="rId4"/>
    <p:sldLayoutId id="2147483654"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C7C71A74-EC5E-44D9-8C40-3FCCA0C28858}"/>
              </a:ext>
            </a:extLst>
          </p:cNvPr>
          <p:cNvSpPr>
            <a:spLocks noGrp="1"/>
          </p:cNvSpPr>
          <p:nvPr>
            <p:ph type="ctrTitle"/>
          </p:nvPr>
        </p:nvSpPr>
        <p:spPr>
          <a:xfrm>
            <a:off x="609600" y="983680"/>
            <a:ext cx="9329057" cy="927226"/>
          </a:xfrm>
        </p:spPr>
        <p:txBody>
          <a:bodyPr/>
          <a:lstStyle/>
          <a:p>
            <a:r>
              <a:rPr lang="en-US" sz="2800" dirty="0"/>
              <a:t>GENERATIVE AI RAG SYSTEM FOR PDF KNOWLEDGE RETRIEVAL USING GEMINI AND CHROMADB</a:t>
            </a:r>
          </a:p>
        </p:txBody>
      </p:sp>
      <p:sp>
        <p:nvSpPr>
          <p:cNvPr id="19" name="Text Placeholder 18">
            <a:extLst>
              <a:ext uri="{FF2B5EF4-FFF2-40B4-BE49-F238E27FC236}">
                <a16:creationId xmlns:a16="http://schemas.microsoft.com/office/drawing/2014/main" id="{F3B2D788-55F8-4D77-BCDE-D60BEF136A8D}"/>
              </a:ext>
            </a:extLst>
          </p:cNvPr>
          <p:cNvSpPr>
            <a:spLocks noGrp="1"/>
          </p:cNvSpPr>
          <p:nvPr>
            <p:ph type="body" sz="quarter" idx="15"/>
          </p:nvPr>
        </p:nvSpPr>
        <p:spPr/>
        <p:txBody>
          <a:bodyPr/>
          <a:lstStyle/>
          <a:p>
            <a:r>
              <a:rPr lang="en-US" dirty="0"/>
              <a:t>03/06/2026</a:t>
            </a:r>
          </a:p>
        </p:txBody>
      </p:sp>
      <p:sp>
        <p:nvSpPr>
          <p:cNvPr id="15" name="Subtitle 14">
            <a:extLst>
              <a:ext uri="{FF2B5EF4-FFF2-40B4-BE49-F238E27FC236}">
                <a16:creationId xmlns:a16="http://schemas.microsoft.com/office/drawing/2014/main" id="{407D5186-5698-4CDD-BD44-E4EE4D17D21E}"/>
              </a:ext>
            </a:extLst>
          </p:cNvPr>
          <p:cNvSpPr>
            <a:spLocks noGrp="1"/>
          </p:cNvSpPr>
          <p:nvPr>
            <p:ph type="subTitle" idx="1"/>
          </p:nvPr>
        </p:nvSpPr>
        <p:spPr>
          <a:xfrm>
            <a:off x="424331" y="3004694"/>
            <a:ext cx="5964723" cy="927226"/>
          </a:xfrm>
        </p:spPr>
        <p:txBody>
          <a:bodyPr/>
          <a:lstStyle/>
          <a:p>
            <a:r>
              <a:rPr lang="en-US" dirty="0"/>
              <a:t>RATHAN RAJ M</a:t>
            </a:r>
          </a:p>
          <a:p>
            <a:r>
              <a:rPr lang="en-US" dirty="0"/>
              <a:t>60 CB L04 – AGENTIC AI </a:t>
            </a:r>
          </a:p>
        </p:txBody>
      </p:sp>
      <p:sp>
        <p:nvSpPr>
          <p:cNvPr id="17" name="Text Placeholder 16">
            <a:extLst>
              <a:ext uri="{FF2B5EF4-FFF2-40B4-BE49-F238E27FC236}">
                <a16:creationId xmlns:a16="http://schemas.microsoft.com/office/drawing/2014/main" id="{9656355E-4F9B-45B1-B8E0-6FF6562932C9}"/>
              </a:ext>
            </a:extLst>
          </p:cNvPr>
          <p:cNvSpPr>
            <a:spLocks noGrp="1"/>
          </p:cNvSpPr>
          <p:nvPr>
            <p:ph type="body" sz="quarter" idx="16"/>
          </p:nvPr>
        </p:nvSpPr>
        <p:spPr/>
        <p:txBody>
          <a:bodyPr/>
          <a:lstStyle/>
          <a:p>
            <a:r>
              <a:rPr lang="en-US" dirty="0"/>
              <a:t>COMPUTER SCIENCE AND ENGINEERING</a:t>
            </a:r>
          </a:p>
        </p:txBody>
      </p:sp>
    </p:spTree>
    <p:extLst>
      <p:ext uri="{BB962C8B-B14F-4D97-AF65-F5344CB8AC3E}">
        <p14:creationId xmlns:p14="http://schemas.microsoft.com/office/powerpoint/2010/main" val="3288714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Abstract</a:t>
            </a:r>
          </a:p>
        </p:txBody>
      </p:sp>
      <p:sp>
        <p:nvSpPr>
          <p:cNvPr id="4" name="Slide Number Placeholder 3"/>
          <p:cNvSpPr>
            <a:spLocks noGrp="1"/>
          </p:cNvSpPr>
          <p:nvPr>
            <p:ph type="sldNum" sz="quarter" idx="12"/>
          </p:nvPr>
        </p:nvSpPr>
        <p:spPr>
          <a:xfrm>
            <a:off x="9423638" y="6335387"/>
            <a:ext cx="2743200" cy="365125"/>
          </a:xfrm>
        </p:spPr>
        <p:txBody>
          <a:bodyPr/>
          <a:lstStyle/>
          <a:p>
            <a:fld id="{ED0A4932-3B2E-45C6-B621-E5DE29EAC2DE}" type="slidenum">
              <a:rPr lang="en-IN" smtClean="0"/>
              <a:pPr/>
              <a:t>2</a:t>
            </a:fld>
            <a:endParaRPr lang="en-IN"/>
          </a:p>
        </p:txBody>
      </p:sp>
      <p:sp>
        <p:nvSpPr>
          <p:cNvPr id="9" name="Rectangle 5">
            <a:extLst>
              <a:ext uri="{FF2B5EF4-FFF2-40B4-BE49-F238E27FC236}">
                <a16:creationId xmlns:a16="http://schemas.microsoft.com/office/drawing/2014/main" id="{9B40F6BD-46A6-A5AB-B24B-C911E35E34BC}"/>
              </a:ext>
            </a:extLst>
          </p:cNvPr>
          <p:cNvSpPr>
            <a:spLocks noGrp="1" noChangeArrowheads="1"/>
          </p:cNvSpPr>
          <p:nvPr>
            <p:ph idx="1"/>
          </p:nvPr>
        </p:nvSpPr>
        <p:spPr bwMode="auto">
          <a:xfrm>
            <a:off x="574813" y="1316211"/>
            <a:ext cx="10448447" cy="47504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50000"/>
              </a:lnSpc>
              <a:spcBef>
                <a:spcPct val="0"/>
              </a:spcBef>
              <a:spcAft>
                <a:spcPct val="0"/>
              </a:spcAft>
              <a:buNone/>
            </a:pPr>
            <a:r>
              <a:rPr lang="en-IN" b="1" dirty="0"/>
              <a:t>Description</a:t>
            </a:r>
          </a:p>
          <a:p>
            <a:pPr marL="0" lvl="0" indent="0" algn="just" eaLnBrk="0" fontAlgn="base" hangingPunct="0">
              <a:lnSpc>
                <a:spcPct val="150000"/>
              </a:lnSpc>
              <a:spcBef>
                <a:spcPct val="0"/>
              </a:spcBef>
              <a:spcAft>
                <a:spcPct val="0"/>
              </a:spcAft>
              <a:buNone/>
            </a:pPr>
            <a:r>
              <a:rPr lang="en-US" sz="1800" dirty="0"/>
              <a:t>	This project presents a Generative AI RAG System for retrieving knowledge from PDF documents using Google Gemini and </a:t>
            </a:r>
            <a:r>
              <a:rPr lang="en-US" sz="1800" dirty="0" err="1"/>
              <a:t>ChromaDB</a:t>
            </a:r>
            <a:r>
              <a:rPr lang="en-US" sz="1800" dirty="0"/>
              <a:t>. The system extracts text from PDFs, converts it into embeddings, and stores them in a vector database for efficient semantic search. When a user asks a question, relevant document content is retrieved and provided to Gemini as context. This Retrieval-Augmented Generation (RAG) approach improves answer accuracy and reduces hallucinations. The system enables intelligent, fast, and context-aware information retrieval from large PDF collections.</a:t>
            </a:r>
          </a:p>
          <a:p>
            <a:pPr marL="0" lvl="0" indent="0" algn="just" eaLnBrk="0" fontAlgn="base" hangingPunct="0">
              <a:lnSpc>
                <a:spcPct val="150000"/>
              </a:lnSpc>
              <a:spcBef>
                <a:spcPct val="0"/>
              </a:spcBef>
              <a:spcAft>
                <a:spcPct val="0"/>
              </a:spcAft>
              <a:buNone/>
            </a:pPr>
            <a:r>
              <a:rPr lang="en-US" sz="1800" b="1" dirty="0"/>
              <a:t>             Keywords:</a:t>
            </a:r>
            <a:r>
              <a:rPr lang="en-US" sz="1800" dirty="0"/>
              <a:t> Generative AI, Retrieval-Augmented Generation (RAG), Google Gemini, </a:t>
            </a:r>
            <a:r>
              <a:rPr lang="en-US" sz="1800" dirty="0" err="1"/>
              <a:t>ChromaDB</a:t>
            </a:r>
            <a:r>
              <a:rPr lang="en-US" sz="1800" dirty="0"/>
              <a:t>, PDF Knowledge Retrieval, Vector Database, Natural Language Processing (NLP), Large Language Models (LLMs), Semantic Search.</a:t>
            </a:r>
            <a:endParaRPr lang="en-IN" sz="1800" dirty="0"/>
          </a:p>
        </p:txBody>
      </p:sp>
    </p:spTree>
    <p:extLst>
      <p:ext uri="{BB962C8B-B14F-4D97-AF65-F5344CB8AC3E}">
        <p14:creationId xmlns:p14="http://schemas.microsoft.com/office/powerpoint/2010/main" val="582910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20B88-D202-9197-159A-CD398AC1A8AE}"/>
              </a:ext>
            </a:extLst>
          </p:cNvPr>
          <p:cNvSpPr>
            <a:spLocks noGrp="1"/>
          </p:cNvSpPr>
          <p:nvPr>
            <p:ph type="title"/>
          </p:nvPr>
        </p:nvSpPr>
        <p:spPr/>
        <p:txBody>
          <a:bodyPr>
            <a:normAutofit/>
          </a:bodyPr>
          <a:lstStyle/>
          <a:p>
            <a:r>
              <a:rPr lang="en-IN" sz="2800" dirty="0"/>
              <a:t>Introduction</a:t>
            </a:r>
          </a:p>
        </p:txBody>
      </p:sp>
      <p:sp>
        <p:nvSpPr>
          <p:cNvPr id="3" name="Content Placeholder 2">
            <a:extLst>
              <a:ext uri="{FF2B5EF4-FFF2-40B4-BE49-F238E27FC236}">
                <a16:creationId xmlns:a16="http://schemas.microsoft.com/office/drawing/2014/main" id="{5A88A575-CF56-2947-8F59-60E7A2DEBA36}"/>
              </a:ext>
            </a:extLst>
          </p:cNvPr>
          <p:cNvSpPr>
            <a:spLocks noGrp="1"/>
          </p:cNvSpPr>
          <p:nvPr>
            <p:ph idx="1"/>
          </p:nvPr>
        </p:nvSpPr>
        <p:spPr>
          <a:xfrm>
            <a:off x="468086" y="1447800"/>
            <a:ext cx="11043193" cy="4675605"/>
          </a:xfrm>
        </p:spPr>
        <p:txBody>
          <a:bodyPr>
            <a:normAutofit/>
          </a:bodyPr>
          <a:lstStyle/>
          <a:p>
            <a:pPr algn="just"/>
            <a:r>
              <a:rPr lang="en-US" sz="1800" dirty="0"/>
              <a:t>The rapid growth of digital documents has increased the need for intelligent systems that can efficiently retrieve and understand information. Traditional keyword-based search methods often fail to capture the actual meaning and context of user queries. Generative AI and Large Language Models (LLMs) have emerged as powerful tools for understanding natural language. However, they may generate inaccurate information when not provided with relevant knowledge sources. This challenge can be addressed through Retrieval-Augmented Generation (RAG).</a:t>
            </a:r>
          </a:p>
          <a:p>
            <a:pPr algn="just"/>
            <a:r>
              <a:rPr lang="en-US" sz="1800" dirty="0"/>
              <a:t>This project develops a Generative AI RAG System for PDF Knowledge Retrieval using Google Gemini and </a:t>
            </a:r>
            <a:r>
              <a:rPr lang="en-US" sz="1800" dirty="0" err="1"/>
              <a:t>ChromaDB</a:t>
            </a:r>
            <a:r>
              <a:rPr lang="en-US" sz="1800" dirty="0"/>
              <a:t>. The system extracts text from PDF documents, converts it into vector embeddings, and stores them in a </a:t>
            </a:r>
            <a:r>
              <a:rPr lang="en-US" sz="1800" dirty="0" err="1"/>
              <a:t>ChromaDB</a:t>
            </a:r>
            <a:r>
              <a:rPr lang="en-US" sz="1800" dirty="0"/>
              <a:t> vector database. When a user submits a query, the most relevant content is retrieved and supplied to the Gemini model as context. This approach improves response accuracy, reduces hallucinations, and enables efficient question-answering from PDF documents. The system is useful for education, research, and enterprise knowledge management applications.</a:t>
            </a:r>
          </a:p>
        </p:txBody>
      </p:sp>
      <p:sp>
        <p:nvSpPr>
          <p:cNvPr id="4" name="Slide Number Placeholder 3">
            <a:extLst>
              <a:ext uri="{FF2B5EF4-FFF2-40B4-BE49-F238E27FC236}">
                <a16:creationId xmlns:a16="http://schemas.microsoft.com/office/drawing/2014/main" id="{4EF42457-9BA1-2E49-8C53-2F3423050781}"/>
              </a:ext>
            </a:extLst>
          </p:cNvPr>
          <p:cNvSpPr>
            <a:spLocks noGrp="1"/>
          </p:cNvSpPr>
          <p:nvPr>
            <p:ph type="sldNum" sz="quarter" idx="12"/>
          </p:nvPr>
        </p:nvSpPr>
        <p:spPr/>
        <p:txBody>
          <a:bodyPr/>
          <a:lstStyle/>
          <a:p>
            <a:fld id="{ED0A4932-3B2E-45C6-B621-E5DE29EAC2DE}" type="slidenum">
              <a:rPr lang="en-IN" smtClean="0"/>
              <a:pPr/>
              <a:t>3</a:t>
            </a:fld>
            <a:endParaRPr lang="en-IN" dirty="0"/>
          </a:p>
        </p:txBody>
      </p:sp>
    </p:spTree>
    <p:extLst>
      <p:ext uri="{BB962C8B-B14F-4D97-AF65-F5344CB8AC3E}">
        <p14:creationId xmlns:p14="http://schemas.microsoft.com/office/powerpoint/2010/main" val="1113178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87AF9-CB93-69E1-0C85-2490DEF83F7C}"/>
              </a:ext>
            </a:extLst>
          </p:cNvPr>
          <p:cNvSpPr>
            <a:spLocks noGrp="1"/>
          </p:cNvSpPr>
          <p:nvPr>
            <p:ph type="title"/>
          </p:nvPr>
        </p:nvSpPr>
        <p:spPr/>
        <p:txBody>
          <a:bodyPr>
            <a:normAutofit/>
          </a:bodyPr>
          <a:lstStyle/>
          <a:p>
            <a:r>
              <a:rPr lang="en-IN" sz="2800" dirty="0"/>
              <a:t>Need for the Project</a:t>
            </a:r>
          </a:p>
        </p:txBody>
      </p:sp>
      <p:sp>
        <p:nvSpPr>
          <p:cNvPr id="4" name="Slide Number Placeholder 3">
            <a:extLst>
              <a:ext uri="{FF2B5EF4-FFF2-40B4-BE49-F238E27FC236}">
                <a16:creationId xmlns:a16="http://schemas.microsoft.com/office/drawing/2014/main" id="{3CEFAAEC-963E-8A88-2136-FFA25DC88D62}"/>
              </a:ext>
            </a:extLst>
          </p:cNvPr>
          <p:cNvSpPr>
            <a:spLocks noGrp="1"/>
          </p:cNvSpPr>
          <p:nvPr>
            <p:ph type="sldNum" sz="quarter" idx="12"/>
          </p:nvPr>
        </p:nvSpPr>
        <p:spPr/>
        <p:txBody>
          <a:bodyPr/>
          <a:lstStyle/>
          <a:p>
            <a:fld id="{ED0A4932-3B2E-45C6-B621-E5DE29EAC2DE}" type="slidenum">
              <a:rPr lang="en-IN" smtClean="0"/>
              <a:pPr/>
              <a:t>4</a:t>
            </a:fld>
            <a:endParaRPr lang="en-IN" dirty="0"/>
          </a:p>
        </p:txBody>
      </p:sp>
      <p:sp>
        <p:nvSpPr>
          <p:cNvPr id="5" name="Rectangle 1">
            <a:extLst>
              <a:ext uri="{FF2B5EF4-FFF2-40B4-BE49-F238E27FC236}">
                <a16:creationId xmlns:a16="http://schemas.microsoft.com/office/drawing/2014/main" id="{B1CC6AE9-6931-CF99-C804-F8B5C81EE581}"/>
              </a:ext>
            </a:extLst>
          </p:cNvPr>
          <p:cNvSpPr>
            <a:spLocks noGrp="1" noChangeArrowheads="1"/>
          </p:cNvSpPr>
          <p:nvPr>
            <p:ph idx="1"/>
          </p:nvPr>
        </p:nvSpPr>
        <p:spPr bwMode="auto">
          <a:xfrm>
            <a:off x="687298" y="1536157"/>
            <a:ext cx="10204948" cy="4771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1800" dirty="0"/>
              <a:t>The increasing volume of digital documents makes it difficult for users to quickly find relevant information using traditional search methods. Keyword-based searches often fail to understand the context and meaning of user queries, resulting in inaccurate or incomplete results. There is a growing need for intelligent systems that can provide precise and context-aware answers from large PDF document collections.</a:t>
            </a:r>
          </a:p>
          <a:p>
            <a:pPr algn="just"/>
            <a:r>
              <a:rPr lang="en-US" sz="1800" dirty="0"/>
              <a:t>The proposed Generative AI RAG System addresses this challenge by combining semantic search with advanced language models. By using </a:t>
            </a:r>
            <a:r>
              <a:rPr lang="en-US" sz="1800" dirty="0" err="1"/>
              <a:t>ChromaDB</a:t>
            </a:r>
            <a:r>
              <a:rPr lang="en-US" sz="1800" dirty="0"/>
              <a:t> for efficient document retrieval and Gemini for answer generation, the system delivers accurate and relevant responses based on the content of uploaded PDFs. This reduces the time required for manual document analysis, improves information accessibility, and supports applications in education, research, legal, healthcare, and business domains.</a:t>
            </a:r>
          </a:p>
          <a:p>
            <a:pPr marL="0" indent="0" algn="just">
              <a:buNone/>
            </a:pP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559304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A3A90-59B2-E903-01A1-253CFAF1187C}"/>
              </a:ext>
            </a:extLst>
          </p:cNvPr>
          <p:cNvSpPr>
            <a:spLocks noGrp="1"/>
          </p:cNvSpPr>
          <p:nvPr>
            <p:ph type="title"/>
          </p:nvPr>
        </p:nvSpPr>
        <p:spPr/>
        <p:txBody>
          <a:bodyPr/>
          <a:lstStyle/>
          <a:p>
            <a:r>
              <a:rPr lang="en-IN" dirty="0"/>
              <a:t>Objectives of the Project</a:t>
            </a:r>
          </a:p>
        </p:txBody>
      </p:sp>
      <p:sp>
        <p:nvSpPr>
          <p:cNvPr id="3" name="Content Placeholder 2">
            <a:extLst>
              <a:ext uri="{FF2B5EF4-FFF2-40B4-BE49-F238E27FC236}">
                <a16:creationId xmlns:a16="http://schemas.microsoft.com/office/drawing/2014/main" id="{6E6235D3-4C9C-7B4D-0001-94705DB38D46}"/>
              </a:ext>
            </a:extLst>
          </p:cNvPr>
          <p:cNvSpPr>
            <a:spLocks noGrp="1"/>
          </p:cNvSpPr>
          <p:nvPr>
            <p:ph idx="1"/>
          </p:nvPr>
        </p:nvSpPr>
        <p:spPr>
          <a:xfrm>
            <a:off x="574813" y="1640339"/>
            <a:ext cx="11257958" cy="4659085"/>
          </a:xfrm>
        </p:spPr>
        <p:txBody>
          <a:bodyPr>
            <a:noAutofit/>
          </a:bodyPr>
          <a:lstStyle/>
          <a:p>
            <a:pPr marL="0" indent="0" algn="just">
              <a:lnSpc>
                <a:spcPct val="100000"/>
              </a:lnSpc>
              <a:buNone/>
            </a:pPr>
            <a:r>
              <a:rPr lang="en-US" sz="1800" dirty="0"/>
              <a:t>To develop a </a:t>
            </a:r>
            <a:r>
              <a:rPr lang="en-US" sz="1800" b="1" dirty="0"/>
              <a:t>Generative AI-based Retrieval-Augmented Generation (RAG) system</a:t>
            </a:r>
            <a:r>
              <a:rPr lang="en-US" sz="1800" dirty="0"/>
              <a:t> for efficient PDF knowledge retrieval. </a:t>
            </a:r>
          </a:p>
          <a:p>
            <a:pPr marL="0" indent="0" algn="just">
              <a:lnSpc>
                <a:spcPct val="100000"/>
              </a:lnSpc>
              <a:buNone/>
            </a:pPr>
            <a:r>
              <a:rPr lang="en-US" sz="1800" dirty="0"/>
              <a:t>To extract and preprocess text content from PDF documents for effective information retrieval. </a:t>
            </a:r>
          </a:p>
          <a:p>
            <a:pPr marL="0" indent="0" algn="just">
              <a:lnSpc>
                <a:spcPct val="100000"/>
              </a:lnSpc>
              <a:buNone/>
            </a:pPr>
            <a:r>
              <a:rPr lang="en-US" sz="1800" dirty="0"/>
              <a:t>To generate vector embeddings and store them in </a:t>
            </a:r>
            <a:r>
              <a:rPr lang="en-US" sz="1800" b="1" dirty="0" err="1"/>
              <a:t>ChromaDB</a:t>
            </a:r>
            <a:r>
              <a:rPr lang="en-US" sz="1800" dirty="0"/>
              <a:t> for semantic search and similarity matching.</a:t>
            </a:r>
          </a:p>
          <a:p>
            <a:pPr marL="0" indent="0" algn="just">
              <a:lnSpc>
                <a:spcPct val="100000"/>
              </a:lnSpc>
              <a:buNone/>
            </a:pPr>
            <a:r>
              <a:rPr lang="en-US" sz="1800" dirty="0"/>
              <a:t> To integrate </a:t>
            </a:r>
            <a:r>
              <a:rPr lang="en-US" sz="1800" b="1" dirty="0"/>
              <a:t>Google Gemini</a:t>
            </a:r>
            <a:r>
              <a:rPr lang="en-US" sz="1800" dirty="0"/>
              <a:t> for generating accurate, context-aware responses based on retrieved document content.</a:t>
            </a:r>
          </a:p>
          <a:p>
            <a:pPr marL="0" indent="0" algn="just">
              <a:lnSpc>
                <a:spcPct val="100000"/>
              </a:lnSpc>
              <a:buNone/>
            </a:pPr>
            <a:r>
              <a:rPr lang="en-US" sz="1800" dirty="0"/>
              <a:t>To reduce hallucinations in AI-generated answers by providing relevant document context during response generation. </a:t>
            </a:r>
          </a:p>
          <a:p>
            <a:pPr marL="0" indent="0" algn="just">
              <a:lnSpc>
                <a:spcPct val="100000"/>
              </a:lnSpc>
              <a:buNone/>
            </a:pPr>
            <a:r>
              <a:rPr lang="en-US" sz="1800" dirty="0"/>
              <a:t>To enable users to interact with PDF documents through natural language queries and obtain quick, reliable information. </a:t>
            </a:r>
          </a:p>
          <a:p>
            <a:pPr marL="0" indent="0" algn="just">
              <a:lnSpc>
                <a:spcPct val="100000"/>
              </a:lnSpc>
              <a:buNone/>
            </a:pPr>
            <a:r>
              <a:rPr lang="en-US" sz="1800" dirty="0"/>
              <a:t>To improve knowledge accessibility, productivity, and decision-making across educational, research, and enterprise applications.</a:t>
            </a:r>
            <a:endParaRPr lang="en-IN" sz="1800" dirty="0"/>
          </a:p>
        </p:txBody>
      </p:sp>
      <p:sp>
        <p:nvSpPr>
          <p:cNvPr id="4" name="Slide Number Placeholder 3">
            <a:extLst>
              <a:ext uri="{FF2B5EF4-FFF2-40B4-BE49-F238E27FC236}">
                <a16:creationId xmlns:a16="http://schemas.microsoft.com/office/drawing/2014/main" id="{96D8DA4A-029F-B3D4-7D51-0759726B0D6F}"/>
              </a:ext>
            </a:extLst>
          </p:cNvPr>
          <p:cNvSpPr>
            <a:spLocks noGrp="1"/>
          </p:cNvSpPr>
          <p:nvPr>
            <p:ph type="sldNum" sz="quarter" idx="12"/>
          </p:nvPr>
        </p:nvSpPr>
        <p:spPr/>
        <p:txBody>
          <a:bodyPr/>
          <a:lstStyle/>
          <a:p>
            <a:fld id="{ED0A4932-3B2E-45C6-B621-E5DE29EAC2DE}" type="slidenum">
              <a:rPr lang="en-IN" smtClean="0"/>
              <a:pPr/>
              <a:t>5</a:t>
            </a:fld>
            <a:endParaRPr lang="en-IN" dirty="0"/>
          </a:p>
        </p:txBody>
      </p:sp>
    </p:spTree>
    <p:extLst>
      <p:ext uri="{BB962C8B-B14F-4D97-AF65-F5344CB8AC3E}">
        <p14:creationId xmlns:p14="http://schemas.microsoft.com/office/powerpoint/2010/main" val="1340994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A869C-92C5-1E57-3558-4EBFBB7FA9DB}"/>
              </a:ext>
            </a:extLst>
          </p:cNvPr>
          <p:cNvSpPr>
            <a:spLocks noGrp="1"/>
          </p:cNvSpPr>
          <p:nvPr>
            <p:ph type="title"/>
          </p:nvPr>
        </p:nvSpPr>
        <p:spPr/>
        <p:txBody>
          <a:bodyPr/>
          <a:lstStyle/>
          <a:p>
            <a:r>
              <a:rPr lang="en-IN"/>
              <a:t>Work flow</a:t>
            </a:r>
            <a:endParaRPr lang="en-IN" dirty="0"/>
          </a:p>
        </p:txBody>
      </p:sp>
      <p:sp>
        <p:nvSpPr>
          <p:cNvPr id="4" name="Slide Number Placeholder 3">
            <a:extLst>
              <a:ext uri="{FF2B5EF4-FFF2-40B4-BE49-F238E27FC236}">
                <a16:creationId xmlns:a16="http://schemas.microsoft.com/office/drawing/2014/main" id="{B754D029-4BC8-8AF4-820D-250C27480577}"/>
              </a:ext>
            </a:extLst>
          </p:cNvPr>
          <p:cNvSpPr>
            <a:spLocks noGrp="1"/>
          </p:cNvSpPr>
          <p:nvPr>
            <p:ph type="sldNum" sz="quarter" idx="12"/>
          </p:nvPr>
        </p:nvSpPr>
        <p:spPr/>
        <p:txBody>
          <a:bodyPr/>
          <a:lstStyle/>
          <a:p>
            <a:fld id="{ED0A4932-3B2E-45C6-B621-E5DE29EAC2DE}" type="slidenum">
              <a:rPr lang="en-IN" smtClean="0"/>
              <a:pPr/>
              <a:t>6</a:t>
            </a:fld>
            <a:endParaRPr lang="en-IN" dirty="0"/>
          </a:p>
        </p:txBody>
      </p:sp>
      <p:pic>
        <p:nvPicPr>
          <p:cNvPr id="7" name="Content Placeholder 6">
            <a:extLst>
              <a:ext uri="{FF2B5EF4-FFF2-40B4-BE49-F238E27FC236}">
                <a16:creationId xmlns:a16="http://schemas.microsoft.com/office/drawing/2014/main" id="{365BFCF9-075E-CB5D-78A8-55F564D50F1E}"/>
              </a:ext>
            </a:extLst>
          </p:cNvPr>
          <p:cNvPicPr>
            <a:picLocks noGrp="1" noChangeAspect="1"/>
          </p:cNvPicPr>
          <p:nvPr>
            <p:ph idx="1"/>
          </p:nvPr>
        </p:nvPicPr>
        <p:blipFill>
          <a:blip r:embed="rId2"/>
          <a:stretch>
            <a:fillRect/>
          </a:stretch>
        </p:blipFill>
        <p:spPr>
          <a:xfrm>
            <a:off x="2550694" y="1529634"/>
            <a:ext cx="6817841" cy="4545227"/>
          </a:xfrm>
          <a:prstGeom prst="rect">
            <a:avLst/>
          </a:prstGeom>
        </p:spPr>
      </p:pic>
    </p:spTree>
    <p:extLst>
      <p:ext uri="{BB962C8B-B14F-4D97-AF65-F5344CB8AC3E}">
        <p14:creationId xmlns:p14="http://schemas.microsoft.com/office/powerpoint/2010/main" val="1960288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BE317-50EA-8261-B768-67AFACF51F39}"/>
              </a:ext>
            </a:extLst>
          </p:cNvPr>
          <p:cNvSpPr>
            <a:spLocks noGrp="1"/>
          </p:cNvSpPr>
          <p:nvPr>
            <p:ph type="title"/>
          </p:nvPr>
        </p:nvSpPr>
        <p:spPr/>
        <p:txBody>
          <a:bodyPr/>
          <a:lstStyle/>
          <a:p>
            <a:r>
              <a:rPr lang="en-IN" dirty="0"/>
              <a:t>Technologies Used</a:t>
            </a:r>
          </a:p>
        </p:txBody>
      </p:sp>
      <p:sp>
        <p:nvSpPr>
          <p:cNvPr id="3" name="Content Placeholder 2">
            <a:extLst>
              <a:ext uri="{FF2B5EF4-FFF2-40B4-BE49-F238E27FC236}">
                <a16:creationId xmlns:a16="http://schemas.microsoft.com/office/drawing/2014/main" id="{D1BB02B5-5E47-0954-1B6A-874B03BED4AB}"/>
              </a:ext>
            </a:extLst>
          </p:cNvPr>
          <p:cNvSpPr>
            <a:spLocks noGrp="1"/>
          </p:cNvSpPr>
          <p:nvPr>
            <p:ph idx="1"/>
          </p:nvPr>
        </p:nvSpPr>
        <p:spPr>
          <a:xfrm>
            <a:off x="574813" y="1499131"/>
            <a:ext cx="10936467" cy="5026125"/>
          </a:xfrm>
        </p:spPr>
        <p:txBody>
          <a:bodyPr>
            <a:normAutofit/>
          </a:bodyPr>
          <a:lstStyle/>
          <a:p>
            <a:pPr marL="0" indent="0">
              <a:spcBef>
                <a:spcPts val="0"/>
              </a:spcBef>
              <a:buNone/>
            </a:pPr>
            <a:endParaRPr lang="en-IN" sz="1800" dirty="0"/>
          </a:p>
          <a:p>
            <a:pPr marL="0" indent="0">
              <a:spcBef>
                <a:spcPts val="0"/>
              </a:spcBef>
              <a:buNone/>
            </a:pPr>
            <a:endParaRPr lang="en-IN" sz="1800" dirty="0"/>
          </a:p>
          <a:p>
            <a:pPr marL="0" indent="0">
              <a:spcBef>
                <a:spcPts val="0"/>
              </a:spcBef>
              <a:buNone/>
            </a:pPr>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9792EA25-CD26-0008-C61E-B7297DBBADF2}"/>
              </a:ext>
            </a:extLst>
          </p:cNvPr>
          <p:cNvSpPr>
            <a:spLocks noGrp="1"/>
          </p:cNvSpPr>
          <p:nvPr>
            <p:ph type="sldNum" sz="quarter" idx="12"/>
          </p:nvPr>
        </p:nvSpPr>
        <p:spPr/>
        <p:txBody>
          <a:bodyPr/>
          <a:lstStyle/>
          <a:p>
            <a:fld id="{ED0A4932-3B2E-45C6-B621-E5DE29EAC2DE}" type="slidenum">
              <a:rPr lang="en-IN" smtClean="0"/>
              <a:pPr/>
              <a:t>7</a:t>
            </a:fld>
            <a:endParaRPr lang="en-IN" dirty="0"/>
          </a:p>
        </p:txBody>
      </p:sp>
      <p:graphicFrame>
        <p:nvGraphicFramePr>
          <p:cNvPr id="7" name="Table 6">
            <a:extLst>
              <a:ext uri="{FF2B5EF4-FFF2-40B4-BE49-F238E27FC236}">
                <a16:creationId xmlns:a16="http://schemas.microsoft.com/office/drawing/2014/main" id="{70D6783E-BEE2-93C1-39A9-6B62E8DA652E}"/>
              </a:ext>
            </a:extLst>
          </p:cNvPr>
          <p:cNvGraphicFramePr>
            <a:graphicFrameLocks noGrp="1"/>
          </p:cNvGraphicFramePr>
          <p:nvPr>
            <p:extLst>
              <p:ext uri="{D42A27DB-BD31-4B8C-83A1-F6EECF244321}">
                <p14:modId xmlns:p14="http://schemas.microsoft.com/office/powerpoint/2010/main" val="3164254514"/>
              </p:ext>
            </p:extLst>
          </p:nvPr>
        </p:nvGraphicFramePr>
        <p:xfrm>
          <a:off x="850900" y="1689100"/>
          <a:ext cx="10464800" cy="3783330"/>
        </p:xfrm>
        <a:graphic>
          <a:graphicData uri="http://schemas.openxmlformats.org/drawingml/2006/table">
            <a:tbl>
              <a:tblPr/>
              <a:tblGrid>
                <a:gridCol w="5232400">
                  <a:extLst>
                    <a:ext uri="{9D8B030D-6E8A-4147-A177-3AD203B41FA5}">
                      <a16:colId xmlns:a16="http://schemas.microsoft.com/office/drawing/2014/main" val="946999244"/>
                    </a:ext>
                  </a:extLst>
                </a:gridCol>
                <a:gridCol w="5232400">
                  <a:extLst>
                    <a:ext uri="{9D8B030D-6E8A-4147-A177-3AD203B41FA5}">
                      <a16:colId xmlns:a16="http://schemas.microsoft.com/office/drawing/2014/main" val="2340349301"/>
                    </a:ext>
                  </a:extLst>
                </a:gridCol>
              </a:tblGrid>
              <a:tr h="466090">
                <a:tc>
                  <a:txBody>
                    <a:bodyPr/>
                    <a:lstStyle/>
                    <a:p>
                      <a:pPr>
                        <a:buNone/>
                      </a:pPr>
                      <a:r>
                        <a:rPr lang="en-US" b="1" dirty="0"/>
                        <a:t>Component</a:t>
                      </a:r>
                    </a:p>
                  </a:txBody>
                  <a:tcPr anchor="ctr">
                    <a:lnL>
                      <a:noFill/>
                    </a:lnL>
                    <a:lnR>
                      <a:noFill/>
                    </a:lnR>
                    <a:lnT>
                      <a:noFill/>
                    </a:lnT>
                    <a:lnB>
                      <a:noFill/>
                    </a:lnB>
                    <a:noFill/>
                  </a:tcPr>
                </a:tc>
                <a:tc>
                  <a:txBody>
                    <a:bodyPr/>
                    <a:lstStyle/>
                    <a:p>
                      <a:pPr>
                        <a:buNone/>
                      </a:pPr>
                      <a:r>
                        <a:rPr lang="en-US" b="1" dirty="0"/>
                        <a:t>Technology</a:t>
                      </a:r>
                    </a:p>
                  </a:txBody>
                  <a:tcPr anchor="ctr">
                    <a:lnL>
                      <a:noFill/>
                    </a:lnL>
                    <a:lnR>
                      <a:noFill/>
                    </a:lnR>
                    <a:lnT>
                      <a:noFill/>
                    </a:lnT>
                    <a:lnB>
                      <a:noFill/>
                    </a:lnB>
                    <a:noFill/>
                  </a:tcPr>
                </a:tc>
                <a:extLst>
                  <a:ext uri="{0D108BD9-81ED-4DB2-BD59-A6C34878D82A}">
                    <a16:rowId xmlns:a16="http://schemas.microsoft.com/office/drawing/2014/main" val="215228675"/>
                  </a:ext>
                </a:extLst>
              </a:tr>
              <a:tr h="466090">
                <a:tc>
                  <a:txBody>
                    <a:bodyPr/>
                    <a:lstStyle/>
                    <a:p>
                      <a:pPr>
                        <a:buNone/>
                      </a:pPr>
                      <a:r>
                        <a:rPr lang="en-US"/>
                        <a:t>Programming Language</a:t>
                      </a:r>
                    </a:p>
                  </a:txBody>
                  <a:tcPr anchor="ctr">
                    <a:lnL>
                      <a:noFill/>
                    </a:lnL>
                    <a:lnR>
                      <a:noFill/>
                    </a:lnR>
                    <a:lnT>
                      <a:noFill/>
                    </a:lnT>
                    <a:lnB>
                      <a:noFill/>
                    </a:lnB>
                    <a:noFill/>
                  </a:tcPr>
                </a:tc>
                <a:tc>
                  <a:txBody>
                    <a:bodyPr/>
                    <a:lstStyle/>
                    <a:p>
                      <a:pPr>
                        <a:buNone/>
                      </a:pPr>
                      <a:r>
                        <a:rPr lang="en-US"/>
                        <a:t>Python</a:t>
                      </a:r>
                    </a:p>
                  </a:txBody>
                  <a:tcPr anchor="ctr">
                    <a:lnL>
                      <a:noFill/>
                    </a:lnL>
                    <a:lnR>
                      <a:noFill/>
                    </a:lnR>
                    <a:lnT>
                      <a:noFill/>
                    </a:lnT>
                    <a:lnB>
                      <a:noFill/>
                    </a:lnB>
                    <a:noFill/>
                  </a:tcPr>
                </a:tc>
                <a:extLst>
                  <a:ext uri="{0D108BD9-81ED-4DB2-BD59-A6C34878D82A}">
                    <a16:rowId xmlns:a16="http://schemas.microsoft.com/office/drawing/2014/main" val="4024331913"/>
                  </a:ext>
                </a:extLst>
              </a:tr>
              <a:tr h="466090">
                <a:tc>
                  <a:txBody>
                    <a:bodyPr/>
                    <a:lstStyle/>
                    <a:p>
                      <a:pPr>
                        <a:buNone/>
                      </a:pPr>
                      <a:r>
                        <a:rPr lang="en-US"/>
                        <a:t>LLM</a:t>
                      </a:r>
                    </a:p>
                  </a:txBody>
                  <a:tcPr anchor="ctr">
                    <a:lnL>
                      <a:noFill/>
                    </a:lnL>
                    <a:lnR>
                      <a:noFill/>
                    </a:lnR>
                    <a:lnT>
                      <a:noFill/>
                    </a:lnT>
                    <a:lnB>
                      <a:noFill/>
                    </a:lnB>
                    <a:noFill/>
                  </a:tcPr>
                </a:tc>
                <a:tc>
                  <a:txBody>
                    <a:bodyPr/>
                    <a:lstStyle/>
                    <a:p>
                      <a:pPr>
                        <a:buNone/>
                      </a:pPr>
                      <a:r>
                        <a:rPr lang="en-US"/>
                        <a:t>Google Gemini</a:t>
                      </a:r>
                    </a:p>
                  </a:txBody>
                  <a:tcPr anchor="ctr">
                    <a:lnL>
                      <a:noFill/>
                    </a:lnL>
                    <a:lnR>
                      <a:noFill/>
                    </a:lnR>
                    <a:lnT>
                      <a:noFill/>
                    </a:lnT>
                    <a:lnB>
                      <a:noFill/>
                    </a:lnB>
                    <a:noFill/>
                  </a:tcPr>
                </a:tc>
                <a:extLst>
                  <a:ext uri="{0D108BD9-81ED-4DB2-BD59-A6C34878D82A}">
                    <a16:rowId xmlns:a16="http://schemas.microsoft.com/office/drawing/2014/main" val="927809242"/>
                  </a:ext>
                </a:extLst>
              </a:tr>
              <a:tr h="621030">
                <a:tc>
                  <a:txBody>
                    <a:bodyPr/>
                    <a:lstStyle/>
                    <a:p>
                      <a:pPr>
                        <a:buNone/>
                      </a:pPr>
                      <a:r>
                        <a:rPr lang="en-US"/>
                        <a:t>Vector Database</a:t>
                      </a:r>
                    </a:p>
                  </a:txBody>
                  <a:tcPr anchor="ctr">
                    <a:lnL>
                      <a:noFill/>
                    </a:lnL>
                    <a:lnR>
                      <a:noFill/>
                    </a:lnR>
                    <a:lnT>
                      <a:noFill/>
                    </a:lnT>
                    <a:lnB>
                      <a:noFill/>
                    </a:lnB>
                    <a:noFill/>
                  </a:tcPr>
                </a:tc>
                <a:tc>
                  <a:txBody>
                    <a:bodyPr/>
                    <a:lstStyle/>
                    <a:p>
                      <a:pPr>
                        <a:buNone/>
                      </a:pPr>
                      <a:r>
                        <a:rPr lang="en-US"/>
                        <a:t>ChromaDB</a:t>
                      </a:r>
                    </a:p>
                  </a:txBody>
                  <a:tcPr anchor="ctr">
                    <a:lnL>
                      <a:noFill/>
                    </a:lnL>
                    <a:lnR>
                      <a:noFill/>
                    </a:lnR>
                    <a:lnT>
                      <a:noFill/>
                    </a:lnT>
                    <a:lnB>
                      <a:noFill/>
                    </a:lnB>
                    <a:noFill/>
                  </a:tcPr>
                </a:tc>
                <a:extLst>
                  <a:ext uri="{0D108BD9-81ED-4DB2-BD59-A6C34878D82A}">
                    <a16:rowId xmlns:a16="http://schemas.microsoft.com/office/drawing/2014/main" val="340312143"/>
                  </a:ext>
                </a:extLst>
              </a:tr>
              <a:tr h="281940">
                <a:tc>
                  <a:txBody>
                    <a:bodyPr/>
                    <a:lstStyle/>
                    <a:p>
                      <a:pPr>
                        <a:buNone/>
                      </a:pPr>
                      <a:r>
                        <a:rPr lang="en-US"/>
                        <a:t>Framework</a:t>
                      </a:r>
                    </a:p>
                  </a:txBody>
                  <a:tcPr anchor="ctr">
                    <a:lnL>
                      <a:noFill/>
                    </a:lnL>
                    <a:lnR>
                      <a:noFill/>
                    </a:lnR>
                    <a:lnT>
                      <a:noFill/>
                    </a:lnT>
                    <a:lnB>
                      <a:noFill/>
                    </a:lnB>
                    <a:noFill/>
                  </a:tcPr>
                </a:tc>
                <a:tc>
                  <a:txBody>
                    <a:bodyPr/>
                    <a:lstStyle/>
                    <a:p>
                      <a:pPr>
                        <a:buNone/>
                      </a:pPr>
                      <a:r>
                        <a:rPr lang="en-US"/>
                        <a:t>LangChain</a:t>
                      </a:r>
                    </a:p>
                  </a:txBody>
                  <a:tcPr anchor="ctr">
                    <a:lnL>
                      <a:noFill/>
                    </a:lnL>
                    <a:lnR>
                      <a:noFill/>
                    </a:lnR>
                    <a:lnT>
                      <a:noFill/>
                    </a:lnT>
                    <a:lnB>
                      <a:noFill/>
                    </a:lnB>
                    <a:noFill/>
                  </a:tcPr>
                </a:tc>
                <a:extLst>
                  <a:ext uri="{0D108BD9-81ED-4DB2-BD59-A6C34878D82A}">
                    <a16:rowId xmlns:a16="http://schemas.microsoft.com/office/drawing/2014/main" val="500101947"/>
                  </a:ext>
                </a:extLst>
              </a:tr>
              <a:tr h="466090">
                <a:tc>
                  <a:txBody>
                    <a:bodyPr/>
                    <a:lstStyle/>
                    <a:p>
                      <a:pPr>
                        <a:buNone/>
                      </a:pPr>
                      <a:r>
                        <a:rPr lang="en-US"/>
                        <a:t>PDF Processing</a:t>
                      </a:r>
                    </a:p>
                  </a:txBody>
                  <a:tcPr anchor="ctr">
                    <a:lnL>
                      <a:noFill/>
                    </a:lnL>
                    <a:lnR>
                      <a:noFill/>
                    </a:lnR>
                    <a:lnT>
                      <a:noFill/>
                    </a:lnT>
                    <a:lnB>
                      <a:noFill/>
                    </a:lnB>
                    <a:noFill/>
                  </a:tcPr>
                </a:tc>
                <a:tc>
                  <a:txBody>
                    <a:bodyPr/>
                    <a:lstStyle/>
                    <a:p>
                      <a:pPr>
                        <a:buNone/>
                      </a:pPr>
                      <a:r>
                        <a:rPr lang="en-US" dirty="0" err="1"/>
                        <a:t>PyPDFLoader</a:t>
                      </a:r>
                      <a:r>
                        <a:rPr lang="en-US" dirty="0"/>
                        <a:t> / PyPDF2</a:t>
                      </a:r>
                    </a:p>
                  </a:txBody>
                  <a:tcPr anchor="ctr">
                    <a:lnL>
                      <a:noFill/>
                    </a:lnL>
                    <a:lnR>
                      <a:noFill/>
                    </a:lnR>
                    <a:lnT>
                      <a:noFill/>
                    </a:lnT>
                    <a:lnB>
                      <a:noFill/>
                    </a:lnB>
                    <a:noFill/>
                  </a:tcPr>
                </a:tc>
                <a:extLst>
                  <a:ext uri="{0D108BD9-81ED-4DB2-BD59-A6C34878D82A}">
                    <a16:rowId xmlns:a16="http://schemas.microsoft.com/office/drawing/2014/main" val="198859505"/>
                  </a:ext>
                </a:extLst>
              </a:tr>
              <a:tr h="466090">
                <a:tc>
                  <a:txBody>
                    <a:bodyPr/>
                    <a:lstStyle/>
                    <a:p>
                      <a:pPr>
                        <a:buNone/>
                      </a:pPr>
                      <a:r>
                        <a:rPr lang="en-US"/>
                        <a:t>Embeddings</a:t>
                      </a:r>
                    </a:p>
                  </a:txBody>
                  <a:tcPr anchor="ctr">
                    <a:lnL>
                      <a:noFill/>
                    </a:lnL>
                    <a:lnR>
                      <a:noFill/>
                    </a:lnR>
                    <a:lnT>
                      <a:noFill/>
                    </a:lnT>
                    <a:lnB>
                      <a:noFill/>
                    </a:lnB>
                    <a:noFill/>
                  </a:tcPr>
                </a:tc>
                <a:tc>
                  <a:txBody>
                    <a:bodyPr/>
                    <a:lstStyle/>
                    <a:p>
                      <a:pPr>
                        <a:buNone/>
                      </a:pPr>
                      <a:r>
                        <a:rPr lang="en-US" dirty="0"/>
                        <a:t>Google Generative AI Embeddings</a:t>
                      </a:r>
                    </a:p>
                  </a:txBody>
                  <a:tcPr anchor="ctr">
                    <a:lnL>
                      <a:noFill/>
                    </a:lnL>
                    <a:lnR>
                      <a:noFill/>
                    </a:lnR>
                    <a:lnT>
                      <a:noFill/>
                    </a:lnT>
                    <a:lnB>
                      <a:noFill/>
                    </a:lnB>
                    <a:noFill/>
                  </a:tcPr>
                </a:tc>
                <a:extLst>
                  <a:ext uri="{0D108BD9-81ED-4DB2-BD59-A6C34878D82A}">
                    <a16:rowId xmlns:a16="http://schemas.microsoft.com/office/drawing/2014/main" val="3244558298"/>
                  </a:ext>
                </a:extLst>
              </a:tr>
              <a:tr h="466090">
                <a:tc>
                  <a:txBody>
                    <a:bodyPr/>
                    <a:lstStyle/>
                    <a:p>
                      <a:pPr>
                        <a:buNone/>
                      </a:pPr>
                      <a:endParaRPr lang="en-US"/>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2708942844"/>
                  </a:ext>
                </a:extLst>
              </a:tr>
            </a:tbl>
          </a:graphicData>
        </a:graphic>
      </p:graphicFrame>
    </p:spTree>
    <p:extLst>
      <p:ext uri="{BB962C8B-B14F-4D97-AF65-F5344CB8AC3E}">
        <p14:creationId xmlns:p14="http://schemas.microsoft.com/office/powerpoint/2010/main" val="842329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6622A-6019-3BC7-0454-8BC118D3E71C}"/>
              </a:ext>
            </a:extLst>
          </p:cNvPr>
          <p:cNvSpPr>
            <a:spLocks noGrp="1"/>
          </p:cNvSpPr>
          <p:nvPr>
            <p:ph type="title"/>
          </p:nvPr>
        </p:nvSpPr>
        <p:spPr/>
        <p:txBody>
          <a:bodyPr/>
          <a:lstStyle/>
          <a:p>
            <a:r>
              <a:rPr lang="en-IN" dirty="0"/>
              <a:t>AI Assistant Module</a:t>
            </a:r>
          </a:p>
        </p:txBody>
      </p:sp>
      <p:sp>
        <p:nvSpPr>
          <p:cNvPr id="3" name="Content Placeholder 2">
            <a:extLst>
              <a:ext uri="{FF2B5EF4-FFF2-40B4-BE49-F238E27FC236}">
                <a16:creationId xmlns:a16="http://schemas.microsoft.com/office/drawing/2014/main" id="{373F56D8-C802-F739-CA48-7AA1F66B3BCE}"/>
              </a:ext>
            </a:extLst>
          </p:cNvPr>
          <p:cNvSpPr>
            <a:spLocks noGrp="1"/>
          </p:cNvSpPr>
          <p:nvPr>
            <p:ph idx="1"/>
          </p:nvPr>
        </p:nvSpPr>
        <p:spPr/>
        <p:txBody>
          <a:bodyPr>
            <a:normAutofit/>
          </a:bodyPr>
          <a:lstStyle/>
          <a:p>
            <a:pPr marL="0" indent="0">
              <a:buNone/>
            </a:pPr>
            <a:r>
              <a:rPr lang="en-US" sz="1800" b="1" dirty="0"/>
              <a:t>Key Features of Gemini AI Assistant</a:t>
            </a:r>
          </a:p>
          <a:p>
            <a:r>
              <a:rPr lang="en-US" sz="1800" dirty="0"/>
              <a:t>Natural Language Understanding (NLU) </a:t>
            </a:r>
          </a:p>
          <a:p>
            <a:r>
              <a:rPr lang="en-US" sz="1800" dirty="0"/>
              <a:t>Context-Aware Response Generation </a:t>
            </a:r>
          </a:p>
          <a:p>
            <a:r>
              <a:rPr lang="en-US" sz="1800" dirty="0"/>
              <a:t>Multi-turn Question Answering </a:t>
            </a:r>
          </a:p>
          <a:p>
            <a:r>
              <a:rPr lang="en-US" sz="1800" dirty="0"/>
              <a:t>Reduced Hallucination through RAG </a:t>
            </a:r>
          </a:p>
          <a:p>
            <a:r>
              <a:rPr lang="en-US" sz="1800" dirty="0"/>
              <a:t>Fast and Accurate Information Retrieval </a:t>
            </a:r>
          </a:p>
          <a:p>
            <a:r>
              <a:rPr lang="en-US" sz="1800" dirty="0"/>
              <a:t>User-Friendly Conversational Interface </a:t>
            </a:r>
          </a:p>
          <a:p>
            <a:pPr marL="0" indent="0">
              <a:buNone/>
            </a:pPr>
            <a:r>
              <a:rPr lang="en-US" sz="1800" b="1" dirty="0"/>
              <a:t>AI Assistant Model Used:</a:t>
            </a:r>
            <a:r>
              <a:rPr lang="en-US" sz="1800" dirty="0"/>
              <a:t> Google Gemini</a:t>
            </a:r>
            <a:br>
              <a:rPr lang="en-US" sz="1800" dirty="0"/>
            </a:br>
            <a:r>
              <a:rPr lang="en-US" sz="1800" b="1" dirty="0"/>
              <a:t>Role:</a:t>
            </a:r>
            <a:r>
              <a:rPr lang="en-US" sz="1800" dirty="0"/>
              <a:t> Answer Generation based on Retrieved PDF Context.</a:t>
            </a:r>
          </a:p>
        </p:txBody>
      </p:sp>
      <p:sp>
        <p:nvSpPr>
          <p:cNvPr id="4" name="Slide Number Placeholder 3">
            <a:extLst>
              <a:ext uri="{FF2B5EF4-FFF2-40B4-BE49-F238E27FC236}">
                <a16:creationId xmlns:a16="http://schemas.microsoft.com/office/drawing/2014/main" id="{3C64A676-1FE4-F058-E4E5-678E1AC4363F}"/>
              </a:ext>
            </a:extLst>
          </p:cNvPr>
          <p:cNvSpPr>
            <a:spLocks noGrp="1"/>
          </p:cNvSpPr>
          <p:nvPr>
            <p:ph type="sldNum" sz="quarter" idx="12"/>
          </p:nvPr>
        </p:nvSpPr>
        <p:spPr/>
        <p:txBody>
          <a:bodyPr/>
          <a:lstStyle/>
          <a:p>
            <a:fld id="{ED0A4932-3B2E-45C6-B621-E5DE29EAC2DE}" type="slidenum">
              <a:rPr lang="en-IN" smtClean="0"/>
              <a:pPr/>
              <a:t>8</a:t>
            </a:fld>
            <a:endParaRPr lang="en-IN" dirty="0"/>
          </a:p>
        </p:txBody>
      </p:sp>
    </p:spTree>
    <p:extLst>
      <p:ext uri="{BB962C8B-B14F-4D97-AF65-F5344CB8AC3E}">
        <p14:creationId xmlns:p14="http://schemas.microsoft.com/office/powerpoint/2010/main" val="762668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4D284-EDA1-DA68-10A3-F5F3E9627FFF}"/>
              </a:ext>
            </a:extLst>
          </p:cNvPr>
          <p:cNvSpPr>
            <a:spLocks noGrp="1"/>
          </p:cNvSpPr>
          <p:nvPr>
            <p:ph type="title"/>
          </p:nvPr>
        </p:nvSpPr>
        <p:spPr/>
        <p:txBody>
          <a:bodyPr>
            <a:normAutofit/>
          </a:bodyPr>
          <a:lstStyle/>
          <a:p>
            <a:r>
              <a:rPr lang="en-IN" dirty="0"/>
              <a:t>APPENDIX – SNAPSHOTS</a:t>
            </a:r>
            <a:endParaRPr lang="en-US" dirty="0"/>
          </a:p>
        </p:txBody>
      </p:sp>
      <p:sp>
        <p:nvSpPr>
          <p:cNvPr id="4" name="Slide Number Placeholder 3">
            <a:extLst>
              <a:ext uri="{FF2B5EF4-FFF2-40B4-BE49-F238E27FC236}">
                <a16:creationId xmlns:a16="http://schemas.microsoft.com/office/drawing/2014/main" id="{934E23F0-49F3-1D44-71F9-A6A60E2ED670}"/>
              </a:ext>
            </a:extLst>
          </p:cNvPr>
          <p:cNvSpPr>
            <a:spLocks noGrp="1"/>
          </p:cNvSpPr>
          <p:nvPr>
            <p:ph type="sldNum" sz="quarter" idx="12"/>
          </p:nvPr>
        </p:nvSpPr>
        <p:spPr/>
        <p:txBody>
          <a:bodyPr/>
          <a:lstStyle/>
          <a:p>
            <a:fld id="{ED0A4932-3B2E-45C6-B621-E5DE29EAC2DE}" type="slidenum">
              <a:rPr lang="en-IN" smtClean="0"/>
              <a:pPr/>
              <a:t>9</a:t>
            </a:fld>
            <a:endParaRPr lang="en-IN" dirty="0"/>
          </a:p>
        </p:txBody>
      </p:sp>
      <p:pic>
        <p:nvPicPr>
          <p:cNvPr id="5" name="Content Placeholder 6">
            <a:extLst>
              <a:ext uri="{FF2B5EF4-FFF2-40B4-BE49-F238E27FC236}">
                <a16:creationId xmlns:a16="http://schemas.microsoft.com/office/drawing/2014/main" id="{23350466-2276-69F5-C43B-1458EB4A0285}"/>
              </a:ext>
            </a:extLst>
          </p:cNvPr>
          <p:cNvPicPr>
            <a:picLocks noGrp="1" noChangeAspect="1"/>
          </p:cNvPicPr>
          <p:nvPr>
            <p:ph idx="1"/>
          </p:nvPr>
        </p:nvPicPr>
        <p:blipFill>
          <a:blip r:embed="rId2"/>
          <a:stretch>
            <a:fillRect/>
          </a:stretch>
        </p:blipFill>
        <p:spPr>
          <a:xfrm>
            <a:off x="968829" y="1584580"/>
            <a:ext cx="9530839" cy="4723204"/>
          </a:xfrm>
          <a:prstGeom prst="rect">
            <a:avLst/>
          </a:prstGeom>
        </p:spPr>
      </p:pic>
    </p:spTree>
    <p:extLst>
      <p:ext uri="{BB962C8B-B14F-4D97-AF65-F5344CB8AC3E}">
        <p14:creationId xmlns:p14="http://schemas.microsoft.com/office/powerpoint/2010/main" val="3114161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8B050-FC0E-A37C-380E-52781833DF01}"/>
              </a:ext>
            </a:extLst>
          </p:cNvPr>
          <p:cNvSpPr>
            <a:spLocks noGrp="1"/>
          </p:cNvSpPr>
          <p:nvPr>
            <p:ph type="title"/>
          </p:nvPr>
        </p:nvSpPr>
        <p:spPr/>
        <p:txBody>
          <a:bodyPr>
            <a:normAutofit/>
          </a:bodyPr>
          <a:lstStyle/>
          <a:p>
            <a:r>
              <a:rPr lang="en-IN" dirty="0"/>
              <a:t>APPENDIX  – SNAPSHOTS</a:t>
            </a:r>
            <a:endParaRPr lang="en-US" dirty="0"/>
          </a:p>
        </p:txBody>
      </p:sp>
      <p:sp>
        <p:nvSpPr>
          <p:cNvPr id="4" name="Slide Number Placeholder 3">
            <a:extLst>
              <a:ext uri="{FF2B5EF4-FFF2-40B4-BE49-F238E27FC236}">
                <a16:creationId xmlns:a16="http://schemas.microsoft.com/office/drawing/2014/main" id="{1A952E4E-6095-9A05-2B92-59A36D3F3D54}"/>
              </a:ext>
            </a:extLst>
          </p:cNvPr>
          <p:cNvSpPr>
            <a:spLocks noGrp="1"/>
          </p:cNvSpPr>
          <p:nvPr>
            <p:ph type="sldNum" sz="quarter" idx="12"/>
          </p:nvPr>
        </p:nvSpPr>
        <p:spPr/>
        <p:txBody>
          <a:bodyPr/>
          <a:lstStyle/>
          <a:p>
            <a:fld id="{ED0A4932-3B2E-45C6-B621-E5DE29EAC2DE}" type="slidenum">
              <a:rPr lang="en-IN" smtClean="0"/>
              <a:pPr/>
              <a:t>10</a:t>
            </a:fld>
            <a:endParaRPr lang="en-IN" dirty="0"/>
          </a:p>
        </p:txBody>
      </p:sp>
      <p:pic>
        <p:nvPicPr>
          <p:cNvPr id="5" name="Content Placeholder 8">
            <a:extLst>
              <a:ext uri="{FF2B5EF4-FFF2-40B4-BE49-F238E27FC236}">
                <a16:creationId xmlns:a16="http://schemas.microsoft.com/office/drawing/2014/main" id="{D96571F3-BF59-5733-72F7-A34254447780}"/>
              </a:ext>
            </a:extLst>
          </p:cNvPr>
          <p:cNvPicPr>
            <a:picLocks noGrp="1" noChangeAspect="1"/>
          </p:cNvPicPr>
          <p:nvPr>
            <p:ph idx="1"/>
          </p:nvPr>
        </p:nvPicPr>
        <p:blipFill>
          <a:blip r:embed="rId2"/>
          <a:stretch>
            <a:fillRect/>
          </a:stretch>
        </p:blipFill>
        <p:spPr>
          <a:xfrm>
            <a:off x="1287043" y="1600199"/>
            <a:ext cx="8701783" cy="4926141"/>
          </a:xfrm>
          <a:prstGeom prst="rect">
            <a:avLst/>
          </a:prstGeom>
        </p:spPr>
      </p:pic>
    </p:spTree>
    <p:extLst>
      <p:ext uri="{BB962C8B-B14F-4D97-AF65-F5344CB8AC3E}">
        <p14:creationId xmlns:p14="http://schemas.microsoft.com/office/powerpoint/2010/main" val="2576965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C1F76-D20B-54A6-C428-CCA273A4D5BD}"/>
              </a:ext>
            </a:extLst>
          </p:cNvPr>
          <p:cNvSpPr>
            <a:spLocks noGrp="1"/>
          </p:cNvSpPr>
          <p:nvPr>
            <p:ph type="title"/>
          </p:nvPr>
        </p:nvSpPr>
        <p:spPr/>
        <p:txBody>
          <a:bodyPr/>
          <a:lstStyle/>
          <a:p>
            <a:r>
              <a:rPr lang="en-IN" dirty="0"/>
              <a:t>Future Enhancements</a:t>
            </a:r>
          </a:p>
        </p:txBody>
      </p:sp>
      <p:sp>
        <p:nvSpPr>
          <p:cNvPr id="3" name="Content Placeholder 2">
            <a:extLst>
              <a:ext uri="{FF2B5EF4-FFF2-40B4-BE49-F238E27FC236}">
                <a16:creationId xmlns:a16="http://schemas.microsoft.com/office/drawing/2014/main" id="{9760AE70-C970-330E-2C21-0D6930E57230}"/>
              </a:ext>
            </a:extLst>
          </p:cNvPr>
          <p:cNvSpPr>
            <a:spLocks noGrp="1"/>
          </p:cNvSpPr>
          <p:nvPr>
            <p:ph idx="1"/>
          </p:nvPr>
        </p:nvSpPr>
        <p:spPr/>
        <p:txBody>
          <a:bodyPr>
            <a:normAutofit/>
          </a:bodyPr>
          <a:lstStyle/>
          <a:p>
            <a:pPr marL="0" indent="0" algn="just">
              <a:spcBef>
                <a:spcPts val="0"/>
              </a:spcBef>
              <a:buNone/>
            </a:pPr>
            <a:r>
              <a:rPr lang="en-IN" sz="1600" b="1" dirty="0"/>
              <a:t>Future Enhancements</a:t>
            </a:r>
          </a:p>
          <a:p>
            <a:pPr algn="just"/>
            <a:r>
              <a:rPr lang="en-US" sz="1600" dirty="0"/>
              <a:t>Support multiple document formats such as DOCX, PPT, TXT, and Excel files. </a:t>
            </a:r>
          </a:p>
          <a:p>
            <a:pPr algn="just"/>
            <a:r>
              <a:rPr lang="en-US" sz="1600" dirty="0"/>
              <a:t>Implement multilingual support for document processing and question answering. </a:t>
            </a:r>
          </a:p>
          <a:p>
            <a:pPr algn="just"/>
            <a:r>
              <a:rPr lang="en-US" sz="1600" dirty="0"/>
              <a:t>Add voice-based interaction using speech-to-text and text-to-speech technologies. </a:t>
            </a:r>
          </a:p>
          <a:p>
            <a:pPr algn="just"/>
            <a:r>
              <a:rPr lang="en-US" sz="1600" dirty="0"/>
              <a:t>Enable cloud deployment for better scalability and multi-user access. </a:t>
            </a:r>
          </a:p>
          <a:p>
            <a:pPr algn="just"/>
            <a:r>
              <a:rPr lang="en-US" sz="1600" dirty="0"/>
              <a:t>Introduce document summarization and advanced analytics for enhanced knowledge extraction.</a:t>
            </a:r>
            <a:endParaRPr lang="en-IN" sz="1600" dirty="0"/>
          </a:p>
        </p:txBody>
      </p:sp>
      <p:sp>
        <p:nvSpPr>
          <p:cNvPr id="4" name="Slide Number Placeholder 3">
            <a:extLst>
              <a:ext uri="{FF2B5EF4-FFF2-40B4-BE49-F238E27FC236}">
                <a16:creationId xmlns:a16="http://schemas.microsoft.com/office/drawing/2014/main" id="{EA73FC0D-10BF-EE86-495D-5FBE09F821E8}"/>
              </a:ext>
            </a:extLst>
          </p:cNvPr>
          <p:cNvSpPr>
            <a:spLocks noGrp="1"/>
          </p:cNvSpPr>
          <p:nvPr>
            <p:ph type="sldNum" sz="quarter" idx="12"/>
          </p:nvPr>
        </p:nvSpPr>
        <p:spPr/>
        <p:txBody>
          <a:bodyPr/>
          <a:lstStyle/>
          <a:p>
            <a:fld id="{ED0A4932-3B2E-45C6-B621-E5DE29EAC2DE}" type="slidenum">
              <a:rPr lang="en-IN" smtClean="0"/>
              <a:pPr/>
              <a:t>11</a:t>
            </a:fld>
            <a:endParaRPr lang="en-IN" dirty="0"/>
          </a:p>
        </p:txBody>
      </p:sp>
    </p:spTree>
    <p:extLst>
      <p:ext uri="{BB962C8B-B14F-4D97-AF65-F5344CB8AC3E}">
        <p14:creationId xmlns:p14="http://schemas.microsoft.com/office/powerpoint/2010/main" val="3873402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5BE33-E084-9C9F-95AC-ED764E847838}"/>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00528546-9B53-1A54-45A5-AD66B328E33C}"/>
              </a:ext>
            </a:extLst>
          </p:cNvPr>
          <p:cNvSpPr>
            <a:spLocks noGrp="1"/>
          </p:cNvSpPr>
          <p:nvPr>
            <p:ph idx="1"/>
          </p:nvPr>
        </p:nvSpPr>
        <p:spPr/>
        <p:txBody>
          <a:bodyPr>
            <a:normAutofit/>
          </a:bodyPr>
          <a:lstStyle/>
          <a:p>
            <a:pPr algn="just"/>
            <a:r>
              <a:rPr lang="en-US" sz="1800" dirty="0"/>
              <a:t>The Generative AI RAG System for PDF Knowledge Retrieval using Gemini and </a:t>
            </a:r>
            <a:r>
              <a:rPr lang="en-US" sz="1800" dirty="0" err="1"/>
              <a:t>ChromaDB</a:t>
            </a:r>
            <a:r>
              <a:rPr lang="en-US" sz="1800" dirty="0"/>
              <a:t> provides an effective solution for extracting and retrieving information from PDF documents. </a:t>
            </a:r>
          </a:p>
          <a:p>
            <a:pPr algn="just"/>
            <a:r>
              <a:rPr lang="en-US" sz="1800" dirty="0"/>
              <a:t>By combining semantic search with AI-powered response generation, the system delivers accurate, context-aware, and reliable answers to user queries. </a:t>
            </a:r>
          </a:p>
          <a:p>
            <a:pPr algn="just"/>
            <a:r>
              <a:rPr lang="en-US" sz="1800" dirty="0" err="1"/>
              <a:t>ChromaDB</a:t>
            </a:r>
            <a:r>
              <a:rPr lang="en-US" sz="1800" dirty="0"/>
              <a:t> enables efficient storage and retrieval of document embeddings, while Gemini generates meaningful responses based on the retrieved content. </a:t>
            </a:r>
          </a:p>
          <a:p>
            <a:pPr algn="just"/>
            <a:r>
              <a:rPr lang="en-US" sz="1800" dirty="0"/>
              <a:t>This approach reduces hallucinations and improves the quality of information access. </a:t>
            </a:r>
          </a:p>
          <a:p>
            <a:pPr algn="just"/>
            <a:r>
              <a:rPr lang="en-US" sz="1800" dirty="0"/>
              <a:t>The system is highly useful for education, research, and enterprise knowledge management applications.</a:t>
            </a:r>
          </a:p>
        </p:txBody>
      </p:sp>
      <p:sp>
        <p:nvSpPr>
          <p:cNvPr id="4" name="Slide Number Placeholder 3">
            <a:extLst>
              <a:ext uri="{FF2B5EF4-FFF2-40B4-BE49-F238E27FC236}">
                <a16:creationId xmlns:a16="http://schemas.microsoft.com/office/drawing/2014/main" id="{D7C6BFC4-1078-48B4-1924-51AADEBCDAD4}"/>
              </a:ext>
            </a:extLst>
          </p:cNvPr>
          <p:cNvSpPr>
            <a:spLocks noGrp="1"/>
          </p:cNvSpPr>
          <p:nvPr>
            <p:ph type="sldNum" sz="quarter" idx="12"/>
          </p:nvPr>
        </p:nvSpPr>
        <p:spPr/>
        <p:txBody>
          <a:bodyPr/>
          <a:lstStyle/>
          <a:p>
            <a:fld id="{ED0A4932-3B2E-45C6-B621-E5DE29EAC2DE}" type="slidenum">
              <a:rPr lang="en-IN" smtClean="0"/>
              <a:pPr/>
              <a:t>12</a:t>
            </a:fld>
            <a:endParaRPr lang="en-IN" dirty="0"/>
          </a:p>
        </p:txBody>
      </p:sp>
    </p:spTree>
    <p:extLst>
      <p:ext uri="{BB962C8B-B14F-4D97-AF65-F5344CB8AC3E}">
        <p14:creationId xmlns:p14="http://schemas.microsoft.com/office/powerpoint/2010/main" val="1769575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Thank You !</a:t>
            </a:r>
            <a:endParaRPr lang="en-IN" dirty="0"/>
          </a:p>
        </p:txBody>
      </p:sp>
    </p:spTree>
    <p:extLst>
      <p:ext uri="{BB962C8B-B14F-4D97-AF65-F5344CB8AC3E}">
        <p14:creationId xmlns:p14="http://schemas.microsoft.com/office/powerpoint/2010/main" val="27432811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TotalTime>
  <Words>859</Words>
  <Application>Microsoft Office PowerPoint</Application>
  <PresentationFormat>Widescreen</PresentationFormat>
  <Paragraphs>77</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Trebuchet MS</vt:lpstr>
      <vt:lpstr>Office Theme</vt:lpstr>
      <vt:lpstr>GENERATIVE AI RAG SYSTEM FOR PDF KNOWLEDGE RETRIEVAL USING GEMINI AND CHROMADB</vt:lpstr>
      <vt:lpstr>Abstract</vt:lpstr>
      <vt:lpstr>Introduction</vt:lpstr>
      <vt:lpstr>Need for the Project</vt:lpstr>
      <vt:lpstr>Objectives of the Project</vt:lpstr>
      <vt:lpstr>Work flow</vt:lpstr>
      <vt:lpstr>Technologies Used</vt:lpstr>
      <vt:lpstr>AI Assistant Module</vt:lpstr>
      <vt:lpstr>APPENDIX – SNAPSHOTS</vt:lpstr>
      <vt:lpstr>APPENDIX  – SNAPSHOTS</vt:lpstr>
      <vt:lpstr>Future Enhancements</vt:lpstr>
      <vt:lpstr>Conclusion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Vasu K</dc:creator>
  <cp:lastModifiedBy>RATHAN RAJ M</cp:lastModifiedBy>
  <cp:revision>7</cp:revision>
  <dcterms:modified xsi:type="dcterms:W3CDTF">2026-06-03T05:09:57Z</dcterms:modified>
</cp:coreProperties>
</file>